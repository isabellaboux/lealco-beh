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comments/comment1.xml" ContentType="application/vnd.openxmlformats-officedocument.presentationml.comment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
  </p:notesMasterIdLst>
  <p:sldIdLst>
    <p:sldId id="260" r:id="rId2"/>
  </p:sldIdLst>
  <p:sldSz cx="30279975" cy="42808525"/>
  <p:notesSz cx="6858000" cy="9144000"/>
  <p:defaultTextStyle>
    <a:defPPr>
      <a:defRPr lang="de-DE"/>
    </a:defPPr>
    <a:lvl1pPr algn="l" defTabSz="4175125" rtl="0" fontAlgn="base">
      <a:spcBef>
        <a:spcPct val="0"/>
      </a:spcBef>
      <a:spcAft>
        <a:spcPct val="0"/>
      </a:spcAft>
      <a:defRPr sz="8200" kern="1200">
        <a:solidFill>
          <a:schemeClr val="tx1"/>
        </a:solidFill>
        <a:latin typeface="Arial" charset="0"/>
        <a:ea typeface="+mn-ea"/>
        <a:cs typeface="Arial" charset="0"/>
      </a:defRPr>
    </a:lvl1pPr>
    <a:lvl2pPr marL="2087563" indent="-1630363" algn="l" defTabSz="4175125" rtl="0" fontAlgn="base">
      <a:spcBef>
        <a:spcPct val="0"/>
      </a:spcBef>
      <a:spcAft>
        <a:spcPct val="0"/>
      </a:spcAft>
      <a:defRPr sz="8200" kern="1200">
        <a:solidFill>
          <a:schemeClr val="tx1"/>
        </a:solidFill>
        <a:latin typeface="Arial" charset="0"/>
        <a:ea typeface="+mn-ea"/>
        <a:cs typeface="Arial" charset="0"/>
      </a:defRPr>
    </a:lvl2pPr>
    <a:lvl3pPr marL="4175125" indent="-3260725" algn="l" defTabSz="4175125" rtl="0" fontAlgn="base">
      <a:spcBef>
        <a:spcPct val="0"/>
      </a:spcBef>
      <a:spcAft>
        <a:spcPct val="0"/>
      </a:spcAft>
      <a:defRPr sz="8200" kern="1200">
        <a:solidFill>
          <a:schemeClr val="tx1"/>
        </a:solidFill>
        <a:latin typeface="Arial" charset="0"/>
        <a:ea typeface="+mn-ea"/>
        <a:cs typeface="Arial" charset="0"/>
      </a:defRPr>
    </a:lvl3pPr>
    <a:lvl4pPr marL="6264275" indent="-4892675" algn="l" defTabSz="4175125" rtl="0" fontAlgn="base">
      <a:spcBef>
        <a:spcPct val="0"/>
      </a:spcBef>
      <a:spcAft>
        <a:spcPct val="0"/>
      </a:spcAft>
      <a:defRPr sz="8200" kern="1200">
        <a:solidFill>
          <a:schemeClr val="tx1"/>
        </a:solidFill>
        <a:latin typeface="Arial" charset="0"/>
        <a:ea typeface="+mn-ea"/>
        <a:cs typeface="Arial" charset="0"/>
      </a:defRPr>
    </a:lvl4pPr>
    <a:lvl5pPr marL="8351838" indent="-6523038" algn="l" defTabSz="4175125" rtl="0" fontAlgn="base">
      <a:spcBef>
        <a:spcPct val="0"/>
      </a:spcBef>
      <a:spcAft>
        <a:spcPct val="0"/>
      </a:spcAft>
      <a:defRPr sz="8200" kern="1200">
        <a:solidFill>
          <a:schemeClr val="tx1"/>
        </a:solidFill>
        <a:latin typeface="Arial" charset="0"/>
        <a:ea typeface="+mn-ea"/>
        <a:cs typeface="Arial" charset="0"/>
      </a:defRPr>
    </a:lvl5pPr>
    <a:lvl6pPr marL="2286000" algn="l" defTabSz="914400" rtl="0" eaLnBrk="1" latinLnBrk="0" hangingPunct="1">
      <a:defRPr sz="8200" kern="1200">
        <a:solidFill>
          <a:schemeClr val="tx1"/>
        </a:solidFill>
        <a:latin typeface="Arial" charset="0"/>
        <a:ea typeface="+mn-ea"/>
        <a:cs typeface="Arial" charset="0"/>
      </a:defRPr>
    </a:lvl6pPr>
    <a:lvl7pPr marL="2743200" algn="l" defTabSz="914400" rtl="0" eaLnBrk="1" latinLnBrk="0" hangingPunct="1">
      <a:defRPr sz="8200" kern="1200">
        <a:solidFill>
          <a:schemeClr val="tx1"/>
        </a:solidFill>
        <a:latin typeface="Arial" charset="0"/>
        <a:ea typeface="+mn-ea"/>
        <a:cs typeface="Arial" charset="0"/>
      </a:defRPr>
    </a:lvl7pPr>
    <a:lvl8pPr marL="3200400" algn="l" defTabSz="914400" rtl="0" eaLnBrk="1" latinLnBrk="0" hangingPunct="1">
      <a:defRPr sz="8200" kern="1200">
        <a:solidFill>
          <a:schemeClr val="tx1"/>
        </a:solidFill>
        <a:latin typeface="Arial" charset="0"/>
        <a:ea typeface="+mn-ea"/>
        <a:cs typeface="Arial" charset="0"/>
      </a:defRPr>
    </a:lvl8pPr>
    <a:lvl9pPr marL="3657600" algn="l" defTabSz="914400" rtl="0" eaLnBrk="1" latinLnBrk="0" hangingPunct="1">
      <a:defRPr sz="8200" kern="1200">
        <a:solidFill>
          <a:schemeClr val="tx1"/>
        </a:solidFill>
        <a:latin typeface="Arial" charset="0"/>
        <a:ea typeface="+mn-ea"/>
        <a:cs typeface="Arial" charset="0"/>
      </a:defRPr>
    </a:lvl9pPr>
  </p:defaultTextStyle>
  <p:extLst>
    <p:ext uri="{EFAFB233-063F-42B5-8137-9DF3F51BA10A}">
      <p15:sldGuideLst xmlns:p15="http://schemas.microsoft.com/office/powerpoint/2012/main">
        <p15:guide id="1" orient="horz" pos="26056">
          <p15:clr>
            <a:srgbClr val="A4A3A4"/>
          </p15:clr>
        </p15:guide>
        <p15:guide id="2" orient="horz" pos="24391">
          <p15:clr>
            <a:srgbClr val="A4A3A4"/>
          </p15:clr>
        </p15:guide>
        <p15:guide id="3" orient="horz" pos="2052">
          <p15:clr>
            <a:srgbClr val="A4A3A4"/>
          </p15:clr>
        </p15:guide>
        <p15:guide id="4" orient="horz" pos="8988">
          <p15:clr>
            <a:srgbClr val="A4A3A4"/>
          </p15:clr>
        </p15:guide>
        <p15:guide id="5" orient="horz" pos="17979">
          <p15:clr>
            <a:srgbClr val="A4A3A4"/>
          </p15:clr>
        </p15:guide>
        <p15:guide id="6" pos="9763">
          <p15:clr>
            <a:srgbClr val="A4A3A4"/>
          </p15:clr>
        </p15:guide>
        <p15:guide id="7" pos="912">
          <p15:clr>
            <a:srgbClr val="A4A3A4"/>
          </p15:clr>
        </p15:guide>
        <p15:guide id="8" pos="18162">
          <p15:clr>
            <a:srgbClr val="A4A3A4"/>
          </p15:clr>
        </p15:guide>
        <p15:guide id="9" pos="9310">
          <p15:clr>
            <a:srgbClr val="A4A3A4"/>
          </p15:clr>
        </p15:guide>
        <p15:guide id="10" pos="6812">
          <p15:clr>
            <a:srgbClr val="A4A3A4"/>
          </p15:clr>
        </p15:guide>
        <p15:guide id="11" pos="6360">
          <p15:clr>
            <a:srgbClr val="A4A3A4"/>
          </p15:clr>
        </p15:guide>
        <p15:guide id="12" pos="3863">
          <p15:clr>
            <a:srgbClr val="A4A3A4"/>
          </p15:clr>
        </p15:guide>
        <p15:guide id="13" pos="3408">
          <p15:clr>
            <a:srgbClr val="A4A3A4"/>
          </p15:clr>
        </p15:guide>
        <p15:guide id="14" pos="12355">
          <p15:clr>
            <a:srgbClr val="A4A3A4"/>
          </p15:clr>
        </p15:guide>
        <p15:guide id="15" pos="12712" userDrawn="1">
          <p15:clr>
            <a:srgbClr val="A4A3A4"/>
          </p15:clr>
        </p15:guide>
        <p15:guide id="16" pos="14995">
          <p15:clr>
            <a:srgbClr val="A4A3A4"/>
          </p15:clr>
        </p15:guide>
        <p15:guide id="17" pos="15592"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boux" initials="b" lastIdx="2" clrIdx="0">
    <p:extLst>
      <p:ext uri="{19B8F6BF-5375-455C-9EA6-DF929625EA0E}">
        <p15:presenceInfo xmlns:p15="http://schemas.microsoft.com/office/powerpoint/2012/main" userId="boux" providerId="None"/>
      </p:ext>
    </p:extLst>
  </p:cmAuthor>
  <p:cmAuthor id="2" name="Anna K. Kuhlen" initials="AKK" lastIdx="36" clrIdx="1">
    <p:extLst>
      <p:ext uri="{19B8F6BF-5375-455C-9EA6-DF929625EA0E}">
        <p15:presenceInfo xmlns:p15="http://schemas.microsoft.com/office/powerpoint/2012/main" userId="Anna K. Kuhlen" providerId="None"/>
      </p:ext>
    </p:extLst>
  </p:cmAuthor>
  <p:cmAuthor id="3" name="Isabella Boux" initials="IB" lastIdx="5" clrIdx="2">
    <p:extLst>
      <p:ext uri="{19B8F6BF-5375-455C-9EA6-DF929625EA0E}">
        <p15:presenceInfo xmlns:p15="http://schemas.microsoft.com/office/powerpoint/2012/main" userId="S::aa2fu4rge4ann5ta@m365.rwth-aachen.de::51242184-c7dc-4bec-8ed9-4cadcb724551"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5F57D8"/>
    <a:srgbClr val="D5552D"/>
    <a:srgbClr val="CCCC00"/>
    <a:srgbClr val="00549F"/>
    <a:srgbClr val="E39B85"/>
    <a:srgbClr val="FFFFFF"/>
    <a:srgbClr val="A3C7EA"/>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3975" autoAdjust="0"/>
    <p:restoredTop sz="94660"/>
  </p:normalViewPr>
  <p:slideViewPr>
    <p:cSldViewPr snapToGrid="0" showGuides="1">
      <p:cViewPr varScale="1">
        <p:scale>
          <a:sx n="13" d="100"/>
          <a:sy n="13" d="100"/>
        </p:scale>
        <p:origin x="1925" y="77"/>
      </p:cViewPr>
      <p:guideLst>
        <p:guide orient="horz" pos="26056"/>
        <p:guide orient="horz" pos="24391"/>
        <p:guide orient="horz" pos="2052"/>
        <p:guide orient="horz" pos="8988"/>
        <p:guide orient="horz" pos="17979"/>
        <p:guide pos="9763"/>
        <p:guide pos="912"/>
        <p:guide pos="18162"/>
        <p:guide pos="9310"/>
        <p:guide pos="6812"/>
        <p:guide pos="6360"/>
        <p:guide pos="3863"/>
        <p:guide pos="3408"/>
        <p:guide pos="12355"/>
        <p:guide pos="12712"/>
        <p:guide pos="14995"/>
        <p:guide pos="15592"/>
      </p:guideLst>
    </p:cSldViewPr>
  </p:slideViewPr>
  <p:notesTextViewPr>
    <p:cViewPr>
      <p:scale>
        <a:sx n="200" d="100"/>
        <a:sy n="200" d="100"/>
      </p:scale>
      <p:origin x="0" y="0"/>
    </p:cViewPr>
  </p:notesTextViewPr>
  <p:sorterViewPr>
    <p:cViewPr>
      <p:scale>
        <a:sx n="66" d="100"/>
        <a:sy n="66"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tableStyles" Target="tableStyles.xml"/><Relationship Id="rId3" Type="http://schemas.openxmlformats.org/officeDocument/2006/relationships/notesMaster" Target="notesMasters/notesMaster1.xml"/><Relationship Id="rId7"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viewProps" Target="viewProps.xml"/><Relationship Id="rId5" Type="http://schemas.openxmlformats.org/officeDocument/2006/relationships/presProps" Target="presProps.xml"/><Relationship Id="rId4" Type="http://schemas.openxmlformats.org/officeDocument/2006/relationships/commentAuthors" Target="commentAuthors.xml"/></Relationships>
</file>

<file path=ppt/comments/comment1.xml><?xml version="1.0" encoding="utf-8"?>
<p:cmLst xmlns:a="http://schemas.openxmlformats.org/drawingml/2006/main" xmlns:r="http://schemas.openxmlformats.org/officeDocument/2006/relationships" xmlns:p="http://schemas.openxmlformats.org/presentationml/2006/main">
  <p:cm authorId="2" dt="2024-06-14T12:02:52.214" idx="12">
    <p:pos x="874" y="10070"/>
    <p:text>Put Horton &amp; Gerrig in Introduction. Please try to simplify the summary of this work. The sentence is difficult to parse.</p:text>
    <p:extLst>
      <p:ext uri="{C676402C-5697-4E1C-873F-D02D1690AC5C}">
        <p15:threadingInfo xmlns:p15="http://schemas.microsoft.com/office/powerpoint/2012/main" timeZoneBias="-120"/>
      </p:ext>
    </p:extLst>
  </p:cm>
  <p:cm authorId="3" dt="2024-06-14T16:16:28.308" idx="3">
    <p:pos x="874" y="10206"/>
    <p:text>I now only briefly mention Horton &amp; Gerrig in the first part of the introduction. However, I have difficulty introducing entrainment from a comprehension angle without significantly expanding the text. Still, now more emphasis is put on the use of chronometric measures.</p:text>
    <p:extLst>
      <p:ext uri="{C676402C-5697-4E1C-873F-D02D1690AC5C}">
        <p15:threadingInfo xmlns:p15="http://schemas.microsoft.com/office/powerpoint/2012/main" timeZoneBias="-120">
          <p15:parentCm authorId="2" idx="12"/>
        </p15:threadingInfo>
      </p:ext>
    </p:extLst>
  </p:cm>
  <p:cm authorId="2" dt="2024-06-14T12:13:23.491" idx="19">
    <p:pos x="6962" y="18660"/>
    <p:text>It is confusing that the paragraph labeled "test" talks primarily about the training. consider highlighting that "training" is the entrainment and "test" is where we probe the partner-specificity. e.g., with "goal"</p:text>
    <p:extLst>
      <p:ext uri="{C676402C-5697-4E1C-873F-D02D1690AC5C}">
        <p15:threadingInfo xmlns:p15="http://schemas.microsoft.com/office/powerpoint/2012/main" timeZoneBias="-120"/>
      </p:ext>
    </p:extLst>
  </p:cm>
  <p:cm authorId="3" dt="2024-06-15T08:18:16.757" idx="5">
    <p:pos x="6962" y="18796"/>
    <p:text>The paragraph named "Test" ( now "test phase") is indeed about the test phase. I now better highlighted that the first phase is about getting the subjects to entrain and the second one about probing entrainement.</p:text>
    <p:extLst>
      <p:ext uri="{C676402C-5697-4E1C-873F-D02D1690AC5C}">
        <p15:threadingInfo xmlns:p15="http://schemas.microsoft.com/office/powerpoint/2012/main" timeZoneBias="-120">
          <p15:parentCm authorId="2" idx="19"/>
        </p15:threadingInfo>
      </p:ext>
    </p:extLst>
  </p:cm>
  <p:cm authorId="2" dt="2024-06-14T12:17:07.163" idx="21">
    <p:pos x="1071" y="19888"/>
    <p:text>label figures? (use different colors to indicate the three people involved: speaker, partner A and partner B) I find the double arrow (in light red) confusing. Is there a conceptual reason why it merges? It is not clear why some tangrams are blue and others black.</p:text>
    <p:extLst>
      <p:ext uri="{C676402C-5697-4E1C-873F-D02D1690AC5C}">
        <p15:threadingInfo xmlns:p15="http://schemas.microsoft.com/office/powerpoint/2012/main" timeZoneBias="-120"/>
      </p:ext>
    </p:extLst>
  </p:cm>
  <p:cm authorId="3" dt="2024-06-14T16:32:16.122" idx="4">
    <p:pos x="1071" y="20024"/>
    <p:text>I changed the color of the two partners (now green and yellow), madel all tangras black, and changed the crossing arrows so that it is more clear now that they are crossing and not "merging". However, I am not sure I understand what figure I shoud be labelling because the figure already has a legend. Do you mean the individual tangrams?</p:text>
    <p:extLst>
      <p:ext uri="{C676402C-5697-4E1C-873F-D02D1690AC5C}">
        <p15:threadingInfo xmlns:p15="http://schemas.microsoft.com/office/powerpoint/2012/main" timeZoneBias="-120">
          <p15:parentCm authorId="2" idx="21"/>
        </p15:threadingInfo>
      </p:ext>
    </p:extLst>
  </p:cm>
  <p:cm authorId="2" dt="2024-06-14T12:26:05.739" idx="26">
    <p:pos x="16835" y="8216"/>
    <p:text>Should this also be Bonf--corrected?</p:text>
    <p:extLst>
      <p:ext uri="{C676402C-5697-4E1C-873F-D02D1690AC5C}">
        <p15:threadingInfo xmlns:p15="http://schemas.microsoft.com/office/powerpoint/2012/main" timeZoneBias="-120"/>
      </p:ext>
    </p:extLst>
  </p:cm>
  <p:cm authorId="3" dt="2024-06-14T15:46:10.391" idx="1">
    <p:pos x="16835" y="8352"/>
    <p:text>I don't think correction for multiple comparison is needed because it is a main effect of the factor "partner" with only two levels. Therefore it does not even require any post-hoc tests.
Or do you mean that because we run ANOVAs both on the "entrainment" and the "naming latencies", we should correct the output of the ANOVAs for two comparisons?</p:text>
    <p:extLst>
      <p:ext uri="{C676402C-5697-4E1C-873F-D02D1690AC5C}">
        <p15:threadingInfo xmlns:p15="http://schemas.microsoft.com/office/powerpoint/2012/main" timeZoneBias="-120">
          <p15:parentCm authorId="2" idx="26"/>
        </p15:threadingInfo>
      </p:ext>
    </p:extLst>
  </p:cm>
  <p:cm authorId="2" dt="2024-06-14T12:34:28.204" idx="34">
    <p:pos x="3636" y="4133"/>
    <p:text>Too bad we use "word choice" in the title. More specific would have been a term that refers not to the choice/selection part but instead how accessible the term is for lexical retrieval. Should we just change title?</p:text>
    <p:extLst>
      <p:ext uri="{C676402C-5697-4E1C-873F-D02D1690AC5C}">
        <p15:threadingInfo xmlns:p15="http://schemas.microsoft.com/office/powerpoint/2012/main" timeZoneBias="-120"/>
      </p:ext>
    </p:extLst>
  </p:cm>
  <p:cm authorId="3" dt="2024-06-14T15:56:44.118" idx="2">
    <p:pos x="3636" y="4269"/>
    <p:text>Yes, I think it is ok to change.</p:text>
    <p:extLst>
      <p:ext uri="{C676402C-5697-4E1C-873F-D02D1690AC5C}">
        <p15:threadingInfo xmlns:p15="http://schemas.microsoft.com/office/powerpoint/2012/main" timeZoneBias="-120">
          <p15:parentCm authorId="2" idx="34"/>
        </p15:threadingInfo>
      </p:ext>
    </p:extLst>
  </p:cm>
</p:cmLst>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p:cNvSpPr>
            <a:spLocks noGrp="1"/>
          </p:cNvSpPr>
          <p:nvPr>
            <p:ph type="hdr" sz="quarter"/>
          </p:nvPr>
        </p:nvSpPr>
        <p:spPr>
          <a:xfrm>
            <a:off x="0" y="0"/>
            <a:ext cx="2971800" cy="457200"/>
          </a:xfrm>
          <a:prstGeom prst="rect">
            <a:avLst/>
          </a:prstGeom>
        </p:spPr>
        <p:txBody>
          <a:bodyPr vert="horz" lIns="91440" tIns="45720" rIns="91440" bIns="45720" rtlCol="0"/>
          <a:lstStyle>
            <a:lvl1pPr algn="l" defTabSz="4176431" fontAlgn="auto">
              <a:spcBef>
                <a:spcPts val="0"/>
              </a:spcBef>
              <a:spcAft>
                <a:spcPts val="0"/>
              </a:spcAft>
              <a:defRPr sz="1200">
                <a:latin typeface="+mn-lt"/>
                <a:cs typeface="+mn-cs"/>
              </a:defRPr>
            </a:lvl1pPr>
          </a:lstStyle>
          <a:p>
            <a:pPr>
              <a:defRPr/>
            </a:pPr>
            <a:endParaRPr lang="de-DE" dirty="0"/>
          </a:p>
        </p:txBody>
      </p:sp>
      <p:sp>
        <p:nvSpPr>
          <p:cNvPr id="3" name="Datumsplatzhalter 2"/>
          <p:cNvSpPr>
            <a:spLocks noGrp="1"/>
          </p:cNvSpPr>
          <p:nvPr>
            <p:ph type="dt" idx="1"/>
          </p:nvPr>
        </p:nvSpPr>
        <p:spPr>
          <a:xfrm>
            <a:off x="3884613" y="0"/>
            <a:ext cx="2971800" cy="457200"/>
          </a:xfrm>
          <a:prstGeom prst="rect">
            <a:avLst/>
          </a:prstGeom>
        </p:spPr>
        <p:txBody>
          <a:bodyPr vert="horz" lIns="91440" tIns="45720" rIns="91440" bIns="45720" rtlCol="0"/>
          <a:lstStyle>
            <a:lvl1pPr algn="r" defTabSz="4176431" fontAlgn="auto">
              <a:spcBef>
                <a:spcPts val="0"/>
              </a:spcBef>
              <a:spcAft>
                <a:spcPts val="0"/>
              </a:spcAft>
              <a:defRPr sz="1200">
                <a:latin typeface="+mn-lt"/>
                <a:cs typeface="+mn-cs"/>
              </a:defRPr>
            </a:lvl1pPr>
          </a:lstStyle>
          <a:p>
            <a:pPr>
              <a:defRPr/>
            </a:pPr>
            <a:fld id="{9BB04E18-DA19-4825-AFAD-7946A936909F}" type="datetimeFigureOut">
              <a:rPr lang="de-DE"/>
              <a:pPr>
                <a:defRPr/>
              </a:pPr>
              <a:t>15.06.2024</a:t>
            </a:fld>
            <a:endParaRPr lang="de-DE" dirty="0"/>
          </a:p>
        </p:txBody>
      </p:sp>
      <p:sp>
        <p:nvSpPr>
          <p:cNvPr id="4" name="Folienbildplatzhalter 3"/>
          <p:cNvSpPr>
            <a:spLocks noGrp="1" noRot="1" noChangeAspect="1"/>
          </p:cNvSpPr>
          <p:nvPr>
            <p:ph type="sldImg" idx="2"/>
          </p:nvPr>
        </p:nvSpPr>
        <p:spPr>
          <a:xfrm>
            <a:off x="2216150" y="685800"/>
            <a:ext cx="2425700" cy="3429000"/>
          </a:xfrm>
          <a:prstGeom prst="rect">
            <a:avLst/>
          </a:prstGeom>
          <a:noFill/>
          <a:ln w="12700">
            <a:solidFill>
              <a:prstClr val="black"/>
            </a:solidFill>
          </a:ln>
        </p:spPr>
        <p:txBody>
          <a:bodyPr vert="horz" lIns="91440" tIns="45720" rIns="91440" bIns="45720" rtlCol="0" anchor="ctr"/>
          <a:lstStyle/>
          <a:p>
            <a:pPr lvl="0"/>
            <a:endParaRPr lang="de-DE" noProof="0" dirty="0"/>
          </a:p>
        </p:txBody>
      </p:sp>
      <p:sp>
        <p:nvSpPr>
          <p:cNvPr id="5" name="Notizenplatzhalt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de-DE" noProof="0"/>
              <a:t>Textmasterformate durch Klicken bearbeiten</a:t>
            </a:r>
          </a:p>
          <a:p>
            <a:pPr lvl="1"/>
            <a:r>
              <a:rPr lang="de-DE" noProof="0"/>
              <a:t>Zweite Ebene</a:t>
            </a:r>
          </a:p>
          <a:p>
            <a:pPr lvl="2"/>
            <a:r>
              <a:rPr lang="de-DE" noProof="0"/>
              <a:t>Dritte Ebene</a:t>
            </a:r>
          </a:p>
          <a:p>
            <a:pPr lvl="3"/>
            <a:r>
              <a:rPr lang="de-DE" noProof="0"/>
              <a:t>Vierte Ebene</a:t>
            </a:r>
          </a:p>
          <a:p>
            <a:pPr lvl="4"/>
            <a:r>
              <a:rPr lang="de-DE" noProof="0"/>
              <a:t>Fünfte Ebene</a:t>
            </a:r>
          </a:p>
        </p:txBody>
      </p:sp>
      <p:sp>
        <p:nvSpPr>
          <p:cNvPr id="6" name="Fußzeilenplatzhalt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defTabSz="4176431" fontAlgn="auto">
              <a:spcBef>
                <a:spcPts val="0"/>
              </a:spcBef>
              <a:spcAft>
                <a:spcPts val="0"/>
              </a:spcAft>
              <a:defRPr sz="1200">
                <a:latin typeface="+mn-lt"/>
                <a:cs typeface="+mn-cs"/>
              </a:defRPr>
            </a:lvl1pPr>
          </a:lstStyle>
          <a:p>
            <a:pPr>
              <a:defRPr/>
            </a:pPr>
            <a:endParaRPr lang="de-DE" dirty="0"/>
          </a:p>
        </p:txBody>
      </p:sp>
      <p:sp>
        <p:nvSpPr>
          <p:cNvPr id="7" name="Foliennummernplatzhalt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defTabSz="4176431" fontAlgn="auto">
              <a:spcBef>
                <a:spcPts val="0"/>
              </a:spcBef>
              <a:spcAft>
                <a:spcPts val="0"/>
              </a:spcAft>
              <a:defRPr sz="1200">
                <a:latin typeface="+mn-lt"/>
                <a:cs typeface="+mn-cs"/>
              </a:defRPr>
            </a:lvl1pPr>
          </a:lstStyle>
          <a:p>
            <a:pPr>
              <a:defRPr/>
            </a:pPr>
            <a:fld id="{899D8C21-244C-4BEC-8928-9485240143E7}" type="slidenum">
              <a:rPr lang="de-DE"/>
              <a:pPr>
                <a:defRPr/>
              </a:pPr>
              <a:t>‹#›</a:t>
            </a:fld>
            <a:endParaRPr lang="de-DE" dirty="0"/>
          </a:p>
        </p:txBody>
      </p:sp>
    </p:spTree>
  </p:cSld>
  <p:clrMap bg1="lt1" tx1="dk1" bg2="lt2" tx2="dk2" accent1="accent1" accent2="accent2" accent3="accent3" accent4="accent4" accent5="accent5" accent6="accent6" hlink="hlink" folHlink="folHlink"/>
  <p:notesStyle>
    <a:lvl1pPr algn="l" defTabSz="4175125" rtl="0" eaLnBrk="0" fontAlgn="base" hangingPunct="0">
      <a:spcBef>
        <a:spcPct val="30000"/>
      </a:spcBef>
      <a:spcAft>
        <a:spcPct val="0"/>
      </a:spcAft>
      <a:defRPr sz="5500" kern="1200">
        <a:solidFill>
          <a:schemeClr val="tx1"/>
        </a:solidFill>
        <a:latin typeface="+mn-lt"/>
        <a:ea typeface="+mn-ea"/>
        <a:cs typeface="+mn-cs"/>
      </a:defRPr>
    </a:lvl1pPr>
    <a:lvl2pPr marL="2087563" algn="l" defTabSz="4175125" rtl="0" eaLnBrk="0" fontAlgn="base" hangingPunct="0">
      <a:spcBef>
        <a:spcPct val="30000"/>
      </a:spcBef>
      <a:spcAft>
        <a:spcPct val="0"/>
      </a:spcAft>
      <a:defRPr sz="5500" kern="1200">
        <a:solidFill>
          <a:schemeClr val="tx1"/>
        </a:solidFill>
        <a:latin typeface="+mn-lt"/>
        <a:ea typeface="+mn-ea"/>
        <a:cs typeface="+mn-cs"/>
      </a:defRPr>
    </a:lvl2pPr>
    <a:lvl3pPr marL="4175125" algn="l" defTabSz="4175125" rtl="0" eaLnBrk="0" fontAlgn="base" hangingPunct="0">
      <a:spcBef>
        <a:spcPct val="30000"/>
      </a:spcBef>
      <a:spcAft>
        <a:spcPct val="0"/>
      </a:spcAft>
      <a:defRPr sz="5500" kern="1200">
        <a:solidFill>
          <a:schemeClr val="tx1"/>
        </a:solidFill>
        <a:latin typeface="+mn-lt"/>
        <a:ea typeface="+mn-ea"/>
        <a:cs typeface="+mn-cs"/>
      </a:defRPr>
    </a:lvl3pPr>
    <a:lvl4pPr marL="6264275" algn="l" defTabSz="4175125" rtl="0" eaLnBrk="0" fontAlgn="base" hangingPunct="0">
      <a:spcBef>
        <a:spcPct val="30000"/>
      </a:spcBef>
      <a:spcAft>
        <a:spcPct val="0"/>
      </a:spcAft>
      <a:defRPr sz="5500" kern="1200">
        <a:solidFill>
          <a:schemeClr val="tx1"/>
        </a:solidFill>
        <a:latin typeface="+mn-lt"/>
        <a:ea typeface="+mn-ea"/>
        <a:cs typeface="+mn-cs"/>
      </a:defRPr>
    </a:lvl4pPr>
    <a:lvl5pPr marL="8351838" algn="l" defTabSz="4175125" rtl="0" eaLnBrk="0" fontAlgn="base" hangingPunct="0">
      <a:spcBef>
        <a:spcPct val="30000"/>
      </a:spcBef>
      <a:spcAft>
        <a:spcPct val="0"/>
      </a:spcAft>
      <a:defRPr sz="5500" kern="1200">
        <a:solidFill>
          <a:schemeClr val="tx1"/>
        </a:solidFill>
        <a:latin typeface="+mn-lt"/>
        <a:ea typeface="+mn-ea"/>
        <a:cs typeface="+mn-cs"/>
      </a:defRPr>
    </a:lvl5pPr>
    <a:lvl6pPr marL="10441076" algn="l" defTabSz="4176431" rtl="0" eaLnBrk="1" latinLnBrk="0" hangingPunct="1">
      <a:defRPr sz="5500" kern="1200">
        <a:solidFill>
          <a:schemeClr val="tx1"/>
        </a:solidFill>
        <a:latin typeface="+mn-lt"/>
        <a:ea typeface="+mn-ea"/>
        <a:cs typeface="+mn-cs"/>
      </a:defRPr>
    </a:lvl6pPr>
    <a:lvl7pPr marL="12529292" algn="l" defTabSz="4176431" rtl="0" eaLnBrk="1" latinLnBrk="0" hangingPunct="1">
      <a:defRPr sz="5500" kern="1200">
        <a:solidFill>
          <a:schemeClr val="tx1"/>
        </a:solidFill>
        <a:latin typeface="+mn-lt"/>
        <a:ea typeface="+mn-ea"/>
        <a:cs typeface="+mn-cs"/>
      </a:defRPr>
    </a:lvl7pPr>
    <a:lvl8pPr marL="14617507" algn="l" defTabSz="4176431" rtl="0" eaLnBrk="1" latinLnBrk="0" hangingPunct="1">
      <a:defRPr sz="5500" kern="1200">
        <a:solidFill>
          <a:schemeClr val="tx1"/>
        </a:solidFill>
        <a:latin typeface="+mn-lt"/>
        <a:ea typeface="+mn-ea"/>
        <a:cs typeface="+mn-cs"/>
      </a:defRPr>
    </a:lvl8pPr>
    <a:lvl9pPr marL="16705722" algn="l" defTabSz="4176431" rtl="0" eaLnBrk="1" latinLnBrk="0" hangingPunct="1">
      <a:defRPr sz="55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elfolie">
    <p:spTree>
      <p:nvGrpSpPr>
        <p:cNvPr id="1" name=""/>
        <p:cNvGrpSpPr/>
        <p:nvPr/>
      </p:nvGrpSpPr>
      <p:grpSpPr>
        <a:xfrm>
          <a:off x="0" y="0"/>
          <a:ext cx="0" cy="0"/>
          <a:chOff x="0" y="0"/>
          <a:chExt cx="0" cy="0"/>
        </a:xfrm>
      </p:grpSpPr>
      <p:sp>
        <p:nvSpPr>
          <p:cNvPr id="20" name="Fußzeilenplatzhalter 4"/>
          <p:cNvSpPr txBox="1">
            <a:spLocks/>
          </p:cNvSpPr>
          <p:nvPr userDrawn="1"/>
        </p:nvSpPr>
        <p:spPr>
          <a:xfrm>
            <a:off x="20185063" y="39231888"/>
            <a:ext cx="8647112" cy="2133600"/>
          </a:xfrm>
          <a:prstGeom prst="rect">
            <a:avLst/>
          </a:prstGeom>
        </p:spPr>
        <p:txBody>
          <a:bodyPr/>
          <a:lstStyle>
            <a:lvl1pPr>
              <a:defRPr sz="2300"/>
            </a:lvl1pPr>
          </a:lstStyle>
          <a:p>
            <a:pPr>
              <a:defRPr/>
            </a:pPr>
            <a:endParaRPr lang="de-DE" dirty="0"/>
          </a:p>
        </p:txBody>
      </p:sp>
      <p:sp>
        <p:nvSpPr>
          <p:cNvPr id="21" name="Fußzeilenplatzhalter 4"/>
          <p:cNvSpPr txBox="1">
            <a:spLocks/>
          </p:cNvSpPr>
          <p:nvPr userDrawn="1"/>
        </p:nvSpPr>
        <p:spPr>
          <a:xfrm>
            <a:off x="10814050" y="39231888"/>
            <a:ext cx="8651875" cy="2133600"/>
          </a:xfrm>
          <a:prstGeom prst="rect">
            <a:avLst/>
          </a:prstGeom>
        </p:spPr>
        <p:txBody>
          <a:bodyPr/>
          <a:lstStyle>
            <a:lvl1pPr>
              <a:defRPr sz="2300"/>
            </a:lvl1pPr>
          </a:lstStyle>
          <a:p>
            <a:pPr>
              <a:defRPr/>
            </a:pPr>
            <a:endParaRPr lang="de-DE" dirty="0"/>
          </a:p>
        </p:txBody>
      </p:sp>
      <p:cxnSp>
        <p:nvCxnSpPr>
          <p:cNvPr id="22" name="Gerade Verbindung 21"/>
          <p:cNvCxnSpPr/>
          <p:nvPr userDrawn="1"/>
        </p:nvCxnSpPr>
        <p:spPr>
          <a:xfrm>
            <a:off x="1447800" y="38714363"/>
            <a:ext cx="27384375"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3" name="Gerade Verbindung 22"/>
          <p:cNvCxnSpPr/>
          <p:nvPr userDrawn="1"/>
        </p:nvCxnSpPr>
        <p:spPr>
          <a:xfrm>
            <a:off x="1447800" y="3257550"/>
            <a:ext cx="27384375"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12" name="Textplatzhalter 11"/>
          <p:cNvSpPr>
            <a:spLocks noGrp="1"/>
          </p:cNvSpPr>
          <p:nvPr>
            <p:ph type="body" sz="quarter" idx="13"/>
          </p:nvPr>
        </p:nvSpPr>
        <p:spPr>
          <a:xfrm>
            <a:off x="1447800" y="7210424"/>
            <a:ext cx="13331825" cy="9610726"/>
          </a:xfrm>
          <a:prstGeom prst="rect">
            <a:avLst/>
          </a:prstGeom>
        </p:spPr>
        <p:txBody>
          <a:bodyPr lIns="0" tIns="0" rIns="0" bIns="0"/>
          <a:lstStyle>
            <a:lvl1pPr marL="0" indent="0">
              <a:buNone/>
              <a:defRPr lang="de-DE" sz="2300" b="0" i="0" u="none" strike="noStrike" baseline="0" smtClean="0"/>
            </a:lvl1pPr>
            <a:lvl2pPr marL="714375" indent="-714375">
              <a:buFont typeface="Wingdings" pitchFamily="2" charset="2"/>
              <a:buChar char="§"/>
              <a:defRPr sz="2300"/>
            </a:lvl2pPr>
            <a:lvl3pPr>
              <a:defRPr sz="2300"/>
            </a:lvl3pPr>
            <a:lvl4pPr>
              <a:defRPr sz="2300"/>
            </a:lvl4pPr>
            <a:lvl5pPr>
              <a:defRPr sz="2300"/>
            </a:lvl5pPr>
          </a:lstStyle>
          <a:p>
            <a:pPr lvl="0"/>
            <a:r>
              <a:rPr lang="de-DE"/>
              <a:t>Mastertextformat bearbeiten</a:t>
            </a:r>
          </a:p>
        </p:txBody>
      </p:sp>
      <p:sp>
        <p:nvSpPr>
          <p:cNvPr id="13" name="Textplatzhalter 11"/>
          <p:cNvSpPr>
            <a:spLocks noGrp="1"/>
          </p:cNvSpPr>
          <p:nvPr>
            <p:ph type="body" sz="quarter" idx="14"/>
          </p:nvPr>
        </p:nvSpPr>
        <p:spPr>
          <a:xfrm>
            <a:off x="1447800" y="6626225"/>
            <a:ext cx="13331825" cy="574675"/>
          </a:xfrm>
          <a:prstGeom prst="rect">
            <a:avLst/>
          </a:prstGeom>
        </p:spPr>
        <p:txBody>
          <a:bodyPr lIns="0" tIns="0" rIns="0" bIns="0"/>
          <a:lstStyle>
            <a:lvl1pPr>
              <a:buNone/>
              <a:defRPr sz="3800" b="1" baseline="0"/>
            </a:lvl1pPr>
            <a:lvl2pPr marL="714375" indent="-714375">
              <a:buFont typeface="Wingdings" pitchFamily="2" charset="2"/>
              <a:buChar char="§"/>
              <a:defRPr sz="2300"/>
            </a:lvl2pPr>
            <a:lvl3pPr>
              <a:defRPr sz="2300"/>
            </a:lvl3pPr>
            <a:lvl4pPr>
              <a:defRPr sz="2300"/>
            </a:lvl4pPr>
            <a:lvl5pPr>
              <a:defRPr sz="2300"/>
            </a:lvl5pPr>
          </a:lstStyle>
          <a:p>
            <a:pPr lvl="0"/>
            <a:r>
              <a:rPr lang="de-DE"/>
              <a:t>Mastertextformat bearbeiten</a:t>
            </a:r>
          </a:p>
        </p:txBody>
      </p:sp>
      <p:sp>
        <p:nvSpPr>
          <p:cNvPr id="16" name="Textplatzhalter 11"/>
          <p:cNvSpPr>
            <a:spLocks noGrp="1"/>
          </p:cNvSpPr>
          <p:nvPr>
            <p:ph type="body" sz="quarter" idx="16"/>
          </p:nvPr>
        </p:nvSpPr>
        <p:spPr>
          <a:xfrm>
            <a:off x="10815638" y="18945224"/>
            <a:ext cx="8650287" cy="18453102"/>
          </a:xfrm>
          <a:prstGeom prst="rect">
            <a:avLst/>
          </a:prstGeom>
        </p:spPr>
        <p:txBody>
          <a:bodyPr lIns="0" tIns="0" rIns="0" bIns="0"/>
          <a:lstStyle>
            <a:lvl1pPr marL="0" indent="0">
              <a:buNone/>
              <a:defRPr lang="de-DE" sz="2300" b="0" i="0" u="none" strike="noStrike"/>
            </a:lvl1pPr>
            <a:lvl2pPr marL="714375" indent="-714375">
              <a:buFont typeface="Wingdings" pitchFamily="2" charset="2"/>
              <a:buChar char="§"/>
              <a:defRPr sz="2300"/>
            </a:lvl2pPr>
            <a:lvl3pPr>
              <a:defRPr sz="2300"/>
            </a:lvl3pPr>
            <a:lvl4pPr>
              <a:defRPr sz="2300"/>
            </a:lvl4pPr>
            <a:lvl5pPr>
              <a:defRPr sz="2300"/>
            </a:lvl5pPr>
          </a:lstStyle>
          <a:p>
            <a:pPr lvl="0"/>
            <a:r>
              <a:rPr lang="de-DE"/>
              <a:t>Mastertextformat bearbeiten</a:t>
            </a:r>
          </a:p>
        </p:txBody>
      </p:sp>
      <p:sp>
        <p:nvSpPr>
          <p:cNvPr id="17" name="Textplatzhalter 11"/>
          <p:cNvSpPr>
            <a:spLocks noGrp="1"/>
          </p:cNvSpPr>
          <p:nvPr>
            <p:ph type="body" sz="quarter" idx="17"/>
          </p:nvPr>
        </p:nvSpPr>
        <p:spPr>
          <a:xfrm>
            <a:off x="10815637" y="18361025"/>
            <a:ext cx="18016537" cy="574675"/>
          </a:xfrm>
          <a:prstGeom prst="rect">
            <a:avLst/>
          </a:prstGeom>
        </p:spPr>
        <p:txBody>
          <a:bodyPr lIns="0" tIns="0" rIns="0" bIns="0"/>
          <a:lstStyle>
            <a:lvl1pPr>
              <a:buNone/>
              <a:defRPr sz="3800" b="1" baseline="0"/>
            </a:lvl1pPr>
            <a:lvl2pPr marL="714375" indent="-714375">
              <a:buFont typeface="Wingdings" pitchFamily="2" charset="2"/>
              <a:buChar char="§"/>
              <a:defRPr sz="2300"/>
            </a:lvl2pPr>
            <a:lvl3pPr>
              <a:defRPr sz="2300"/>
            </a:lvl3pPr>
            <a:lvl4pPr>
              <a:defRPr sz="2300"/>
            </a:lvl4pPr>
            <a:lvl5pPr>
              <a:defRPr sz="2300"/>
            </a:lvl5pPr>
          </a:lstStyle>
          <a:p>
            <a:pPr lvl="0"/>
            <a:r>
              <a:rPr lang="de-DE"/>
              <a:t>Mastertextformat bearbeiten</a:t>
            </a:r>
          </a:p>
        </p:txBody>
      </p:sp>
      <p:sp>
        <p:nvSpPr>
          <p:cNvPr id="18" name="Textplatzhalter 11"/>
          <p:cNvSpPr>
            <a:spLocks noGrp="1"/>
          </p:cNvSpPr>
          <p:nvPr>
            <p:ph type="body" sz="quarter" idx="18"/>
          </p:nvPr>
        </p:nvSpPr>
        <p:spPr>
          <a:xfrm>
            <a:off x="20185063" y="18951574"/>
            <a:ext cx="8650287" cy="18453102"/>
          </a:xfrm>
          <a:prstGeom prst="rect">
            <a:avLst/>
          </a:prstGeom>
        </p:spPr>
        <p:txBody>
          <a:bodyPr lIns="0" tIns="0" rIns="0" bIns="0"/>
          <a:lstStyle>
            <a:lvl1pPr marL="0" indent="0">
              <a:buNone/>
              <a:defRPr lang="de-DE" sz="2300" b="0" i="0" u="none" strike="noStrike"/>
            </a:lvl1pPr>
            <a:lvl2pPr marL="714375" indent="-714375">
              <a:buFont typeface="Wingdings" pitchFamily="2" charset="2"/>
              <a:buChar char="§"/>
              <a:defRPr sz="2300"/>
            </a:lvl2pPr>
            <a:lvl3pPr>
              <a:defRPr sz="2300"/>
            </a:lvl3pPr>
            <a:lvl4pPr>
              <a:defRPr sz="2300"/>
            </a:lvl4pPr>
            <a:lvl5pPr>
              <a:defRPr sz="2300"/>
            </a:lvl5pPr>
          </a:lstStyle>
          <a:p>
            <a:pPr lvl="0"/>
            <a:r>
              <a:rPr lang="de-DE"/>
              <a:t>Mastertextformat bearbeiten</a:t>
            </a:r>
          </a:p>
        </p:txBody>
      </p:sp>
      <p:sp>
        <p:nvSpPr>
          <p:cNvPr id="27" name="Inhaltsplatzhalter 26"/>
          <p:cNvSpPr>
            <a:spLocks noGrp="1"/>
          </p:cNvSpPr>
          <p:nvPr>
            <p:ph sz="quarter" idx="23"/>
          </p:nvPr>
        </p:nvSpPr>
        <p:spPr>
          <a:xfrm>
            <a:off x="15498763" y="16470086"/>
            <a:ext cx="13333412" cy="351064"/>
          </a:xfrm>
          <a:prstGeom prst="rect">
            <a:avLst/>
          </a:prstGeom>
        </p:spPr>
        <p:txBody>
          <a:bodyPr lIns="0" tIns="0" rIns="0" bIns="0"/>
          <a:lstStyle>
            <a:lvl1pPr>
              <a:buNone/>
              <a:defRPr sz="1600">
                <a:latin typeface="Arial" pitchFamily="34" charset="0"/>
                <a:cs typeface="Arial" pitchFamily="34" charset="0"/>
              </a:defRPr>
            </a:lvl1pPr>
            <a:lvl2pPr>
              <a:defRPr sz="1600">
                <a:latin typeface="Arial" pitchFamily="34" charset="0"/>
                <a:cs typeface="Arial" pitchFamily="34" charset="0"/>
              </a:defRPr>
            </a:lvl2pPr>
            <a:lvl3pPr>
              <a:defRPr sz="1600">
                <a:latin typeface="Arial" pitchFamily="34" charset="0"/>
                <a:cs typeface="Arial" pitchFamily="34" charset="0"/>
              </a:defRPr>
            </a:lvl3pPr>
            <a:lvl4pPr>
              <a:defRPr sz="1600">
                <a:latin typeface="Arial" pitchFamily="34" charset="0"/>
                <a:cs typeface="Arial" pitchFamily="34" charset="0"/>
              </a:defRPr>
            </a:lvl4pPr>
            <a:lvl5pPr>
              <a:defRPr sz="1600">
                <a:latin typeface="Arial" pitchFamily="34" charset="0"/>
                <a:cs typeface="Arial" pitchFamily="34" charset="0"/>
              </a:defRPr>
            </a:lvl5pPr>
          </a:lstStyle>
          <a:p>
            <a:pPr lvl="0"/>
            <a:r>
              <a:rPr lang="de-DE"/>
              <a:t>Mastertextformat bearbeiten</a:t>
            </a:r>
          </a:p>
        </p:txBody>
      </p:sp>
      <p:sp>
        <p:nvSpPr>
          <p:cNvPr id="28" name="Inhaltsplatzhalter 26"/>
          <p:cNvSpPr>
            <a:spLocks noGrp="1"/>
          </p:cNvSpPr>
          <p:nvPr>
            <p:ph sz="quarter" idx="24"/>
          </p:nvPr>
        </p:nvSpPr>
        <p:spPr>
          <a:xfrm>
            <a:off x="1447800" y="37028211"/>
            <a:ext cx="8648700" cy="351064"/>
          </a:xfrm>
          <a:prstGeom prst="rect">
            <a:avLst/>
          </a:prstGeom>
        </p:spPr>
        <p:txBody>
          <a:bodyPr lIns="0" tIns="0" rIns="0" bIns="0"/>
          <a:lstStyle>
            <a:lvl1pPr>
              <a:buNone/>
              <a:defRPr sz="1600">
                <a:latin typeface="Arial" pitchFamily="34" charset="0"/>
                <a:cs typeface="Arial" pitchFamily="34" charset="0"/>
              </a:defRPr>
            </a:lvl1pPr>
            <a:lvl2pPr>
              <a:defRPr sz="1600">
                <a:latin typeface="Arial" pitchFamily="34" charset="0"/>
                <a:cs typeface="Arial" pitchFamily="34" charset="0"/>
              </a:defRPr>
            </a:lvl2pPr>
            <a:lvl3pPr>
              <a:defRPr sz="1600">
                <a:latin typeface="Arial" pitchFamily="34" charset="0"/>
                <a:cs typeface="Arial" pitchFamily="34" charset="0"/>
              </a:defRPr>
            </a:lvl3pPr>
            <a:lvl4pPr>
              <a:defRPr sz="1600">
                <a:latin typeface="Arial" pitchFamily="34" charset="0"/>
                <a:cs typeface="Arial" pitchFamily="34" charset="0"/>
              </a:defRPr>
            </a:lvl4pPr>
            <a:lvl5pPr>
              <a:defRPr sz="1600">
                <a:latin typeface="Arial" pitchFamily="34" charset="0"/>
                <a:cs typeface="Arial" pitchFamily="34" charset="0"/>
              </a:defRPr>
            </a:lvl5pPr>
          </a:lstStyle>
          <a:p>
            <a:pPr lvl="0"/>
            <a:r>
              <a:rPr lang="de-DE"/>
              <a:t>Mastertextformat bearbeiten</a:t>
            </a:r>
          </a:p>
        </p:txBody>
      </p:sp>
      <p:sp>
        <p:nvSpPr>
          <p:cNvPr id="49" name="Textplatzhalter 11"/>
          <p:cNvSpPr>
            <a:spLocks noGrp="1"/>
          </p:cNvSpPr>
          <p:nvPr>
            <p:ph type="body" sz="quarter" idx="27"/>
          </p:nvPr>
        </p:nvSpPr>
        <p:spPr>
          <a:xfrm>
            <a:off x="1447800" y="3905250"/>
            <a:ext cx="27384375" cy="1504950"/>
          </a:xfrm>
          <a:prstGeom prst="rect">
            <a:avLst/>
          </a:prstGeom>
        </p:spPr>
        <p:txBody>
          <a:bodyPr lIns="0" tIns="0" rIns="0" bIns="0"/>
          <a:lstStyle>
            <a:lvl1pPr>
              <a:buNone/>
              <a:defRPr sz="9000" b="0" baseline="0"/>
            </a:lvl1pPr>
            <a:lvl2pPr marL="714375" indent="-714375">
              <a:buFont typeface="Wingdings" pitchFamily="2" charset="2"/>
              <a:buChar char="§"/>
              <a:defRPr sz="2300"/>
            </a:lvl2pPr>
            <a:lvl3pPr>
              <a:defRPr sz="2300"/>
            </a:lvl3pPr>
            <a:lvl4pPr>
              <a:defRPr sz="2300"/>
            </a:lvl4pPr>
            <a:lvl5pPr>
              <a:defRPr sz="2300"/>
            </a:lvl5pPr>
          </a:lstStyle>
          <a:p>
            <a:pPr lvl="0"/>
            <a:r>
              <a:rPr lang="de-DE"/>
              <a:t>Mastertextformat bearbeiten</a:t>
            </a:r>
          </a:p>
        </p:txBody>
      </p:sp>
      <p:sp>
        <p:nvSpPr>
          <p:cNvPr id="50" name="Textplatzhalter 11"/>
          <p:cNvSpPr>
            <a:spLocks noGrp="1"/>
          </p:cNvSpPr>
          <p:nvPr>
            <p:ph type="body" sz="quarter" idx="28"/>
          </p:nvPr>
        </p:nvSpPr>
        <p:spPr>
          <a:xfrm>
            <a:off x="1447800" y="5448300"/>
            <a:ext cx="27384375" cy="1143000"/>
          </a:xfrm>
          <a:prstGeom prst="rect">
            <a:avLst/>
          </a:prstGeom>
        </p:spPr>
        <p:txBody>
          <a:bodyPr lIns="0" tIns="0" rIns="0" bIns="0"/>
          <a:lstStyle>
            <a:lvl1pPr>
              <a:buNone/>
              <a:defRPr sz="4800" b="0" baseline="0"/>
            </a:lvl1pPr>
            <a:lvl2pPr marL="714375" indent="-714375">
              <a:buFont typeface="Wingdings" pitchFamily="2" charset="2"/>
              <a:buChar char="§"/>
              <a:defRPr sz="2300"/>
            </a:lvl2pPr>
            <a:lvl3pPr>
              <a:defRPr sz="2300"/>
            </a:lvl3pPr>
            <a:lvl4pPr>
              <a:defRPr sz="2300"/>
            </a:lvl4pPr>
            <a:lvl5pPr>
              <a:defRPr sz="2300"/>
            </a:lvl5pPr>
          </a:lstStyle>
          <a:p>
            <a:pPr lvl="0"/>
            <a:r>
              <a:rPr lang="de-DE"/>
              <a:t>Mastertextformat bearbeiten</a:t>
            </a:r>
          </a:p>
        </p:txBody>
      </p:sp>
      <p:sp>
        <p:nvSpPr>
          <p:cNvPr id="29" name="Bildplatzhalter 28"/>
          <p:cNvSpPr>
            <a:spLocks noGrp="1"/>
          </p:cNvSpPr>
          <p:nvPr>
            <p:ph type="pic" sz="quarter" idx="29"/>
          </p:nvPr>
        </p:nvSpPr>
        <p:spPr>
          <a:xfrm>
            <a:off x="14828400" y="0"/>
            <a:ext cx="14256000" cy="3258000"/>
          </a:xfrm>
          <a:prstGeom prst="rect">
            <a:avLst/>
          </a:prstGeom>
        </p:spPr>
        <p:txBody>
          <a:bodyPr/>
          <a:lstStyle>
            <a:lvl1pPr>
              <a:buNone/>
              <a:defRPr sz="9000"/>
            </a:lvl1pPr>
          </a:lstStyle>
          <a:p>
            <a:pPr lvl="0"/>
            <a:r>
              <a:rPr lang="de-DE" noProof="0" dirty="0"/>
              <a:t>Bild durch Klicken auf Symbol hinzufügen</a:t>
            </a:r>
          </a:p>
        </p:txBody>
      </p:sp>
      <p:sp>
        <p:nvSpPr>
          <p:cNvPr id="31" name="Textplatzhalter 30"/>
          <p:cNvSpPr>
            <a:spLocks noGrp="1"/>
          </p:cNvSpPr>
          <p:nvPr>
            <p:ph type="body" sz="quarter" idx="30"/>
          </p:nvPr>
        </p:nvSpPr>
        <p:spPr>
          <a:xfrm>
            <a:off x="3879300" y="39243600"/>
            <a:ext cx="6217200" cy="2124000"/>
          </a:xfrm>
          <a:prstGeom prst="rect">
            <a:avLst/>
          </a:prstGeom>
        </p:spPr>
        <p:txBody>
          <a:bodyPr lIns="0" tIns="0" rIns="0" bIns="0"/>
          <a:lstStyle>
            <a:lvl1pPr marL="0" indent="0">
              <a:buNone/>
              <a:defRPr sz="2300"/>
            </a:lvl1pPr>
            <a:lvl2pPr>
              <a:defRPr sz="2300"/>
            </a:lvl2pPr>
            <a:lvl3pPr>
              <a:defRPr sz="2300"/>
            </a:lvl3pPr>
            <a:lvl4pPr>
              <a:defRPr sz="2300"/>
            </a:lvl4pPr>
            <a:lvl5pPr>
              <a:defRPr sz="2300"/>
            </a:lvl5pPr>
          </a:lstStyle>
          <a:p>
            <a:pPr lvl="0"/>
            <a:r>
              <a:rPr lang="de-DE"/>
              <a:t>Mastertextformat bearbeiten</a:t>
            </a:r>
          </a:p>
        </p:txBody>
      </p:sp>
      <p:sp>
        <p:nvSpPr>
          <p:cNvPr id="32" name="Textplatzhalter 30"/>
          <p:cNvSpPr>
            <a:spLocks noGrp="1"/>
          </p:cNvSpPr>
          <p:nvPr>
            <p:ph type="body" sz="quarter" idx="31"/>
          </p:nvPr>
        </p:nvSpPr>
        <p:spPr>
          <a:xfrm>
            <a:off x="20183475" y="39239900"/>
            <a:ext cx="8648700" cy="2124000"/>
          </a:xfrm>
          <a:prstGeom prst="rect">
            <a:avLst/>
          </a:prstGeom>
        </p:spPr>
        <p:txBody>
          <a:bodyPr lIns="0" tIns="0" rIns="0" bIns="0"/>
          <a:lstStyle>
            <a:lvl1pPr marL="0" indent="0">
              <a:buNone/>
              <a:defRPr sz="2300"/>
            </a:lvl1pPr>
            <a:lvl2pPr>
              <a:defRPr sz="2300"/>
            </a:lvl2pPr>
            <a:lvl3pPr>
              <a:defRPr sz="2300"/>
            </a:lvl3pPr>
            <a:lvl4pPr>
              <a:defRPr sz="2300"/>
            </a:lvl4pPr>
            <a:lvl5pPr>
              <a:defRPr sz="2300"/>
            </a:lvl5pPr>
          </a:lstStyle>
          <a:p>
            <a:pPr lvl="0"/>
            <a:r>
              <a:rPr lang="de-DE"/>
              <a:t>Mastertextformat bearbeiten</a:t>
            </a:r>
          </a:p>
        </p:txBody>
      </p:sp>
      <p:sp>
        <p:nvSpPr>
          <p:cNvPr id="33" name="Textplatzhalter 30"/>
          <p:cNvSpPr>
            <a:spLocks noGrp="1"/>
          </p:cNvSpPr>
          <p:nvPr>
            <p:ph type="body" sz="quarter" idx="32"/>
          </p:nvPr>
        </p:nvSpPr>
        <p:spPr>
          <a:xfrm>
            <a:off x="10814050" y="39239900"/>
            <a:ext cx="8648700" cy="2124000"/>
          </a:xfrm>
          <a:prstGeom prst="rect">
            <a:avLst/>
          </a:prstGeom>
        </p:spPr>
        <p:txBody>
          <a:bodyPr lIns="0" tIns="0" rIns="0" bIns="0"/>
          <a:lstStyle>
            <a:lvl1pPr marL="0" indent="0">
              <a:buNone/>
              <a:defRPr sz="2300"/>
            </a:lvl1pPr>
            <a:lvl2pPr>
              <a:defRPr sz="2300"/>
            </a:lvl2pPr>
            <a:lvl3pPr>
              <a:defRPr sz="2300"/>
            </a:lvl3pPr>
            <a:lvl4pPr>
              <a:defRPr sz="2300"/>
            </a:lvl4pPr>
            <a:lvl5pPr>
              <a:defRPr sz="2300"/>
            </a:lvl5pPr>
          </a:lstStyle>
          <a:p>
            <a:pPr lvl="0"/>
            <a:r>
              <a:rPr lang="de-DE"/>
              <a:t>Mastertextformat bearbeiten</a:t>
            </a:r>
          </a:p>
        </p:txBody>
      </p:sp>
      <p:sp>
        <p:nvSpPr>
          <p:cNvPr id="35" name="Bildplatzhalter 34"/>
          <p:cNvSpPr>
            <a:spLocks noGrp="1"/>
          </p:cNvSpPr>
          <p:nvPr>
            <p:ph type="pic" sz="quarter" idx="33"/>
          </p:nvPr>
        </p:nvSpPr>
        <p:spPr>
          <a:xfrm>
            <a:off x="1447800" y="39239900"/>
            <a:ext cx="2124000" cy="2124000"/>
          </a:xfrm>
          <a:prstGeom prst="rect">
            <a:avLst/>
          </a:prstGeom>
        </p:spPr>
        <p:txBody>
          <a:bodyPr/>
          <a:lstStyle>
            <a:lvl1pPr>
              <a:buNone/>
              <a:defRPr sz="2300"/>
            </a:lvl1pPr>
          </a:lstStyle>
          <a:p>
            <a:pPr lvl="0"/>
            <a:r>
              <a:rPr lang="de-DE" noProof="0" dirty="0"/>
              <a:t>Bild durch Klicken auf Symbol hinzufügen</a:t>
            </a:r>
          </a:p>
        </p:txBody>
      </p:sp>
      <p:sp>
        <p:nvSpPr>
          <p:cNvPr id="37" name="Inhaltsplatzhalter 36"/>
          <p:cNvSpPr>
            <a:spLocks noGrp="1"/>
          </p:cNvSpPr>
          <p:nvPr>
            <p:ph sz="quarter" idx="34"/>
          </p:nvPr>
        </p:nvSpPr>
        <p:spPr>
          <a:xfrm>
            <a:off x="15498763" y="6631200"/>
            <a:ext cx="13333412" cy="9656550"/>
          </a:xfrm>
          <a:prstGeom prst="rect">
            <a:avLst/>
          </a:prstGeom>
        </p:spPr>
        <p:txBody>
          <a:bodyPr lIns="0" tIns="0" rIns="0" bIns="0"/>
          <a:lstStyle>
            <a:lvl1pPr marL="0" indent="0">
              <a:buNone/>
              <a:defRPr sz="2300"/>
            </a:lvl1pPr>
            <a:lvl2pPr>
              <a:defRPr sz="2300"/>
            </a:lvl2pPr>
            <a:lvl3pPr>
              <a:defRPr sz="2300"/>
            </a:lvl3pPr>
            <a:lvl4pPr>
              <a:defRPr sz="2300"/>
            </a:lvl4pPr>
            <a:lvl5pPr>
              <a:defRPr sz="2300"/>
            </a:lvl5pPr>
          </a:lstStyle>
          <a:p>
            <a:pPr lvl="0"/>
            <a:r>
              <a:rPr lang="de-DE"/>
              <a:t>Mastertextformat bearbeiten</a:t>
            </a:r>
          </a:p>
        </p:txBody>
      </p:sp>
      <p:sp>
        <p:nvSpPr>
          <p:cNvPr id="38" name="Inhaltsplatzhalter 36"/>
          <p:cNvSpPr>
            <a:spLocks noGrp="1"/>
          </p:cNvSpPr>
          <p:nvPr>
            <p:ph sz="quarter" idx="35"/>
          </p:nvPr>
        </p:nvSpPr>
        <p:spPr>
          <a:xfrm>
            <a:off x="1447200" y="18363600"/>
            <a:ext cx="8647200" cy="5821200"/>
          </a:xfrm>
          <a:prstGeom prst="rect">
            <a:avLst/>
          </a:prstGeom>
        </p:spPr>
        <p:txBody>
          <a:bodyPr lIns="0" tIns="0" rIns="0" bIns="0"/>
          <a:lstStyle>
            <a:lvl1pPr marL="0" indent="0">
              <a:buNone/>
              <a:defRPr sz="2300"/>
            </a:lvl1pPr>
            <a:lvl2pPr>
              <a:defRPr sz="2300"/>
            </a:lvl2pPr>
            <a:lvl3pPr>
              <a:defRPr sz="2300"/>
            </a:lvl3pPr>
            <a:lvl4pPr>
              <a:defRPr sz="2300"/>
            </a:lvl4pPr>
            <a:lvl5pPr>
              <a:defRPr sz="2300"/>
            </a:lvl5pPr>
          </a:lstStyle>
          <a:p>
            <a:pPr lvl="0"/>
            <a:r>
              <a:rPr lang="de-DE"/>
              <a:t>Mastertextformat bearbeiten</a:t>
            </a:r>
          </a:p>
        </p:txBody>
      </p:sp>
      <p:sp>
        <p:nvSpPr>
          <p:cNvPr id="41" name="Inhaltsplatzhalter 36"/>
          <p:cNvSpPr>
            <a:spLocks noGrp="1"/>
          </p:cNvSpPr>
          <p:nvPr>
            <p:ph sz="quarter" idx="36"/>
          </p:nvPr>
        </p:nvSpPr>
        <p:spPr>
          <a:xfrm>
            <a:off x="1447800" y="24328800"/>
            <a:ext cx="8647200" cy="6181200"/>
          </a:xfrm>
          <a:prstGeom prst="rect">
            <a:avLst/>
          </a:prstGeom>
        </p:spPr>
        <p:txBody>
          <a:bodyPr lIns="0" tIns="0" rIns="0" bIns="0"/>
          <a:lstStyle>
            <a:lvl1pPr marL="0" indent="0">
              <a:buNone/>
              <a:defRPr sz="2300"/>
            </a:lvl1pPr>
            <a:lvl2pPr>
              <a:defRPr sz="2300"/>
            </a:lvl2pPr>
            <a:lvl3pPr>
              <a:defRPr sz="2300"/>
            </a:lvl3pPr>
            <a:lvl4pPr>
              <a:defRPr sz="2300"/>
            </a:lvl4pPr>
            <a:lvl5pPr>
              <a:defRPr sz="2300"/>
            </a:lvl5pPr>
          </a:lstStyle>
          <a:p>
            <a:pPr lvl="0"/>
            <a:r>
              <a:rPr lang="de-DE"/>
              <a:t>Mastertextformat bearbeiten</a:t>
            </a:r>
          </a:p>
        </p:txBody>
      </p:sp>
      <p:sp>
        <p:nvSpPr>
          <p:cNvPr id="43" name="Inhaltsplatzhalter 36"/>
          <p:cNvSpPr>
            <a:spLocks noGrp="1"/>
          </p:cNvSpPr>
          <p:nvPr>
            <p:ph sz="quarter" idx="37"/>
          </p:nvPr>
        </p:nvSpPr>
        <p:spPr>
          <a:xfrm>
            <a:off x="1447200" y="30679200"/>
            <a:ext cx="8647200" cy="6181200"/>
          </a:xfrm>
          <a:prstGeom prst="rect">
            <a:avLst/>
          </a:prstGeom>
        </p:spPr>
        <p:txBody>
          <a:bodyPr lIns="0" tIns="0" rIns="0" bIns="0"/>
          <a:lstStyle>
            <a:lvl1pPr marL="0" indent="0">
              <a:buNone/>
              <a:defRPr sz="2300"/>
            </a:lvl1pPr>
            <a:lvl2pPr>
              <a:defRPr sz="2300"/>
            </a:lvl2pPr>
            <a:lvl3pPr>
              <a:defRPr sz="2300"/>
            </a:lvl3pPr>
            <a:lvl4pPr>
              <a:defRPr sz="2300"/>
            </a:lvl4pPr>
            <a:lvl5pPr>
              <a:defRPr sz="2300"/>
            </a:lvl5pPr>
          </a:lstStyle>
          <a:p>
            <a:pPr lvl="0"/>
            <a:r>
              <a:rPr lang="de-DE"/>
              <a:t>Mastertextformat bearbeiten</a:t>
            </a:r>
          </a:p>
        </p:txBody>
      </p:sp>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55" r:id="rId1"/>
  </p:sldLayoutIdLst>
  <p:txStyles>
    <p:titleStyle>
      <a:lvl1pPr algn="ctr" defTabSz="4175125" rtl="0" eaLnBrk="1" fontAlgn="base" hangingPunct="1">
        <a:spcBef>
          <a:spcPct val="0"/>
        </a:spcBef>
        <a:spcAft>
          <a:spcPct val="0"/>
        </a:spcAft>
        <a:defRPr sz="20100" kern="1200">
          <a:solidFill>
            <a:schemeClr val="tx1"/>
          </a:solidFill>
          <a:latin typeface="+mj-lt"/>
          <a:ea typeface="+mj-ea"/>
          <a:cs typeface="+mj-cs"/>
        </a:defRPr>
      </a:lvl1pPr>
      <a:lvl2pPr algn="ctr" defTabSz="4175125" rtl="0" eaLnBrk="1" fontAlgn="base" hangingPunct="1">
        <a:spcBef>
          <a:spcPct val="0"/>
        </a:spcBef>
        <a:spcAft>
          <a:spcPct val="0"/>
        </a:spcAft>
        <a:defRPr sz="20100">
          <a:solidFill>
            <a:schemeClr val="tx1"/>
          </a:solidFill>
          <a:latin typeface="Arial" charset="0"/>
        </a:defRPr>
      </a:lvl2pPr>
      <a:lvl3pPr algn="ctr" defTabSz="4175125" rtl="0" eaLnBrk="1" fontAlgn="base" hangingPunct="1">
        <a:spcBef>
          <a:spcPct val="0"/>
        </a:spcBef>
        <a:spcAft>
          <a:spcPct val="0"/>
        </a:spcAft>
        <a:defRPr sz="20100">
          <a:solidFill>
            <a:schemeClr val="tx1"/>
          </a:solidFill>
          <a:latin typeface="Arial" charset="0"/>
        </a:defRPr>
      </a:lvl3pPr>
      <a:lvl4pPr algn="ctr" defTabSz="4175125" rtl="0" eaLnBrk="1" fontAlgn="base" hangingPunct="1">
        <a:spcBef>
          <a:spcPct val="0"/>
        </a:spcBef>
        <a:spcAft>
          <a:spcPct val="0"/>
        </a:spcAft>
        <a:defRPr sz="20100">
          <a:solidFill>
            <a:schemeClr val="tx1"/>
          </a:solidFill>
          <a:latin typeface="Arial" charset="0"/>
        </a:defRPr>
      </a:lvl4pPr>
      <a:lvl5pPr algn="ctr" defTabSz="4175125" rtl="0" eaLnBrk="1" fontAlgn="base" hangingPunct="1">
        <a:spcBef>
          <a:spcPct val="0"/>
        </a:spcBef>
        <a:spcAft>
          <a:spcPct val="0"/>
        </a:spcAft>
        <a:defRPr sz="20100">
          <a:solidFill>
            <a:schemeClr val="tx1"/>
          </a:solidFill>
          <a:latin typeface="Arial" charset="0"/>
        </a:defRPr>
      </a:lvl5pPr>
      <a:lvl6pPr marL="457200" algn="ctr" defTabSz="4175125" rtl="0" eaLnBrk="1" fontAlgn="base" hangingPunct="1">
        <a:spcBef>
          <a:spcPct val="0"/>
        </a:spcBef>
        <a:spcAft>
          <a:spcPct val="0"/>
        </a:spcAft>
        <a:defRPr sz="20100">
          <a:solidFill>
            <a:schemeClr val="tx1"/>
          </a:solidFill>
          <a:latin typeface="Calibri" pitchFamily="34" charset="0"/>
        </a:defRPr>
      </a:lvl6pPr>
      <a:lvl7pPr marL="914400" algn="ctr" defTabSz="4175125" rtl="0" eaLnBrk="1" fontAlgn="base" hangingPunct="1">
        <a:spcBef>
          <a:spcPct val="0"/>
        </a:spcBef>
        <a:spcAft>
          <a:spcPct val="0"/>
        </a:spcAft>
        <a:defRPr sz="20100">
          <a:solidFill>
            <a:schemeClr val="tx1"/>
          </a:solidFill>
          <a:latin typeface="Calibri" pitchFamily="34" charset="0"/>
        </a:defRPr>
      </a:lvl7pPr>
      <a:lvl8pPr marL="1371600" algn="ctr" defTabSz="4175125" rtl="0" eaLnBrk="1" fontAlgn="base" hangingPunct="1">
        <a:spcBef>
          <a:spcPct val="0"/>
        </a:spcBef>
        <a:spcAft>
          <a:spcPct val="0"/>
        </a:spcAft>
        <a:defRPr sz="20100">
          <a:solidFill>
            <a:schemeClr val="tx1"/>
          </a:solidFill>
          <a:latin typeface="Calibri" pitchFamily="34" charset="0"/>
        </a:defRPr>
      </a:lvl8pPr>
      <a:lvl9pPr marL="1828800" algn="ctr" defTabSz="4175125" rtl="0" eaLnBrk="1" fontAlgn="base" hangingPunct="1">
        <a:spcBef>
          <a:spcPct val="0"/>
        </a:spcBef>
        <a:spcAft>
          <a:spcPct val="0"/>
        </a:spcAft>
        <a:defRPr sz="20100">
          <a:solidFill>
            <a:schemeClr val="tx1"/>
          </a:solidFill>
          <a:latin typeface="Calibri" pitchFamily="34" charset="0"/>
        </a:defRPr>
      </a:lvl9pPr>
    </p:titleStyle>
    <p:bodyStyle>
      <a:lvl1pPr marL="1565275" indent="-1565275" algn="l" defTabSz="4175125" rtl="0" eaLnBrk="1" fontAlgn="base" hangingPunct="1">
        <a:spcBef>
          <a:spcPct val="20000"/>
        </a:spcBef>
        <a:spcAft>
          <a:spcPct val="0"/>
        </a:spcAft>
        <a:buFont typeface="Arial" charset="0"/>
        <a:buChar char="•"/>
        <a:defRPr sz="14600" kern="1200">
          <a:solidFill>
            <a:schemeClr val="tx1"/>
          </a:solidFill>
          <a:latin typeface="+mn-lt"/>
          <a:ea typeface="+mn-ea"/>
          <a:cs typeface="+mn-cs"/>
        </a:defRPr>
      </a:lvl1pPr>
      <a:lvl2pPr marL="3392488" indent="-1304925" algn="l" defTabSz="4175125" rtl="0" eaLnBrk="1" fontAlgn="base" hangingPunct="1">
        <a:spcBef>
          <a:spcPct val="20000"/>
        </a:spcBef>
        <a:spcAft>
          <a:spcPct val="0"/>
        </a:spcAft>
        <a:buFont typeface="Arial" charset="0"/>
        <a:buChar char="–"/>
        <a:defRPr sz="12800" kern="1200">
          <a:solidFill>
            <a:schemeClr val="tx1"/>
          </a:solidFill>
          <a:latin typeface="+mn-lt"/>
          <a:ea typeface="+mn-ea"/>
          <a:cs typeface="+mn-cs"/>
        </a:defRPr>
      </a:lvl2pPr>
      <a:lvl3pPr marL="5219700" indent="-1042988" algn="l" defTabSz="4175125" rtl="0" eaLnBrk="1" fontAlgn="base" hangingPunct="1">
        <a:spcBef>
          <a:spcPct val="20000"/>
        </a:spcBef>
        <a:spcAft>
          <a:spcPct val="0"/>
        </a:spcAft>
        <a:buFont typeface="Arial" charset="0"/>
        <a:buChar char="•"/>
        <a:defRPr sz="11000" kern="1200">
          <a:solidFill>
            <a:schemeClr val="tx1"/>
          </a:solidFill>
          <a:latin typeface="+mn-lt"/>
          <a:ea typeface="+mn-ea"/>
          <a:cs typeface="+mn-cs"/>
        </a:defRPr>
      </a:lvl3pPr>
      <a:lvl4pPr marL="7307263" indent="-1042988" algn="l" defTabSz="4175125" rtl="0" eaLnBrk="1" fontAlgn="base" hangingPunct="1">
        <a:spcBef>
          <a:spcPct val="20000"/>
        </a:spcBef>
        <a:spcAft>
          <a:spcPct val="0"/>
        </a:spcAft>
        <a:buFont typeface="Arial" charset="0"/>
        <a:buChar char="–"/>
        <a:defRPr sz="9100" kern="1200">
          <a:solidFill>
            <a:schemeClr val="tx1"/>
          </a:solidFill>
          <a:latin typeface="+mn-lt"/>
          <a:ea typeface="+mn-ea"/>
          <a:cs typeface="+mn-cs"/>
        </a:defRPr>
      </a:lvl4pPr>
      <a:lvl5pPr marL="9396413" indent="-1042988" algn="l" defTabSz="4175125" rtl="0" eaLnBrk="1" fontAlgn="base" hangingPunct="1">
        <a:spcBef>
          <a:spcPct val="20000"/>
        </a:spcBef>
        <a:spcAft>
          <a:spcPct val="0"/>
        </a:spcAft>
        <a:buFont typeface="Arial" charset="0"/>
        <a:buChar char="»"/>
        <a:defRPr sz="9100" kern="1200">
          <a:solidFill>
            <a:schemeClr val="tx1"/>
          </a:solidFill>
          <a:latin typeface="+mn-lt"/>
          <a:ea typeface="+mn-ea"/>
          <a:cs typeface="+mn-cs"/>
        </a:defRPr>
      </a:lvl5pPr>
      <a:lvl6pPr marL="11485184" indent="-1044108" algn="l" defTabSz="4176431" rtl="0" eaLnBrk="1" latinLnBrk="0" hangingPunct="1">
        <a:spcBef>
          <a:spcPct val="20000"/>
        </a:spcBef>
        <a:buFont typeface="Arial" pitchFamily="34" charset="0"/>
        <a:buChar char="•"/>
        <a:defRPr sz="9100" kern="1200">
          <a:solidFill>
            <a:schemeClr val="tx1"/>
          </a:solidFill>
          <a:latin typeface="+mn-lt"/>
          <a:ea typeface="+mn-ea"/>
          <a:cs typeface="+mn-cs"/>
        </a:defRPr>
      </a:lvl6pPr>
      <a:lvl7pPr marL="13573399" indent="-1044108" algn="l" defTabSz="4176431" rtl="0" eaLnBrk="1" latinLnBrk="0" hangingPunct="1">
        <a:spcBef>
          <a:spcPct val="20000"/>
        </a:spcBef>
        <a:buFont typeface="Arial" pitchFamily="34" charset="0"/>
        <a:buChar char="•"/>
        <a:defRPr sz="9100" kern="1200">
          <a:solidFill>
            <a:schemeClr val="tx1"/>
          </a:solidFill>
          <a:latin typeface="+mn-lt"/>
          <a:ea typeface="+mn-ea"/>
          <a:cs typeface="+mn-cs"/>
        </a:defRPr>
      </a:lvl7pPr>
      <a:lvl8pPr marL="15661615" indent="-1044108" algn="l" defTabSz="4176431" rtl="0" eaLnBrk="1" latinLnBrk="0" hangingPunct="1">
        <a:spcBef>
          <a:spcPct val="20000"/>
        </a:spcBef>
        <a:buFont typeface="Arial" pitchFamily="34" charset="0"/>
        <a:buChar char="•"/>
        <a:defRPr sz="9100" kern="1200">
          <a:solidFill>
            <a:schemeClr val="tx1"/>
          </a:solidFill>
          <a:latin typeface="+mn-lt"/>
          <a:ea typeface="+mn-ea"/>
          <a:cs typeface="+mn-cs"/>
        </a:defRPr>
      </a:lvl8pPr>
      <a:lvl9pPr marL="17749830" indent="-1044108" algn="l" defTabSz="4176431" rtl="0" eaLnBrk="1" latinLnBrk="0" hangingPunct="1">
        <a:spcBef>
          <a:spcPct val="20000"/>
        </a:spcBef>
        <a:buFont typeface="Arial" pitchFamily="34" charset="0"/>
        <a:buChar char="•"/>
        <a:defRPr sz="9100" kern="1200">
          <a:solidFill>
            <a:schemeClr val="tx1"/>
          </a:solidFill>
          <a:latin typeface="+mn-lt"/>
          <a:ea typeface="+mn-ea"/>
          <a:cs typeface="+mn-cs"/>
        </a:defRPr>
      </a:lvl9pPr>
    </p:bodyStyle>
    <p:otherStyle>
      <a:defPPr>
        <a:defRPr lang="de-DE"/>
      </a:defPPr>
      <a:lvl1pPr marL="0" algn="l" defTabSz="4176431" rtl="0" eaLnBrk="1" latinLnBrk="0" hangingPunct="1">
        <a:defRPr sz="8200" kern="1200">
          <a:solidFill>
            <a:schemeClr val="tx1"/>
          </a:solidFill>
          <a:latin typeface="+mn-lt"/>
          <a:ea typeface="+mn-ea"/>
          <a:cs typeface="+mn-cs"/>
        </a:defRPr>
      </a:lvl1pPr>
      <a:lvl2pPr marL="2088215" algn="l" defTabSz="4176431" rtl="0" eaLnBrk="1" latinLnBrk="0" hangingPunct="1">
        <a:defRPr sz="8200" kern="1200">
          <a:solidFill>
            <a:schemeClr val="tx1"/>
          </a:solidFill>
          <a:latin typeface="+mn-lt"/>
          <a:ea typeface="+mn-ea"/>
          <a:cs typeface="+mn-cs"/>
        </a:defRPr>
      </a:lvl2pPr>
      <a:lvl3pPr marL="4176431" algn="l" defTabSz="4176431" rtl="0" eaLnBrk="1" latinLnBrk="0" hangingPunct="1">
        <a:defRPr sz="8200" kern="1200">
          <a:solidFill>
            <a:schemeClr val="tx1"/>
          </a:solidFill>
          <a:latin typeface="+mn-lt"/>
          <a:ea typeface="+mn-ea"/>
          <a:cs typeface="+mn-cs"/>
        </a:defRPr>
      </a:lvl3pPr>
      <a:lvl4pPr marL="6264646" algn="l" defTabSz="4176431" rtl="0" eaLnBrk="1" latinLnBrk="0" hangingPunct="1">
        <a:defRPr sz="8200" kern="1200">
          <a:solidFill>
            <a:schemeClr val="tx1"/>
          </a:solidFill>
          <a:latin typeface="+mn-lt"/>
          <a:ea typeface="+mn-ea"/>
          <a:cs typeface="+mn-cs"/>
        </a:defRPr>
      </a:lvl4pPr>
      <a:lvl5pPr marL="8352861" algn="l" defTabSz="4176431" rtl="0" eaLnBrk="1" latinLnBrk="0" hangingPunct="1">
        <a:defRPr sz="8200" kern="1200">
          <a:solidFill>
            <a:schemeClr val="tx1"/>
          </a:solidFill>
          <a:latin typeface="+mn-lt"/>
          <a:ea typeface="+mn-ea"/>
          <a:cs typeface="+mn-cs"/>
        </a:defRPr>
      </a:lvl5pPr>
      <a:lvl6pPr marL="10441076" algn="l" defTabSz="4176431" rtl="0" eaLnBrk="1" latinLnBrk="0" hangingPunct="1">
        <a:defRPr sz="8200" kern="1200">
          <a:solidFill>
            <a:schemeClr val="tx1"/>
          </a:solidFill>
          <a:latin typeface="+mn-lt"/>
          <a:ea typeface="+mn-ea"/>
          <a:cs typeface="+mn-cs"/>
        </a:defRPr>
      </a:lvl6pPr>
      <a:lvl7pPr marL="12529292" algn="l" defTabSz="4176431" rtl="0" eaLnBrk="1" latinLnBrk="0" hangingPunct="1">
        <a:defRPr sz="8200" kern="1200">
          <a:solidFill>
            <a:schemeClr val="tx1"/>
          </a:solidFill>
          <a:latin typeface="+mn-lt"/>
          <a:ea typeface="+mn-ea"/>
          <a:cs typeface="+mn-cs"/>
        </a:defRPr>
      </a:lvl7pPr>
      <a:lvl8pPr marL="14617507" algn="l" defTabSz="4176431" rtl="0" eaLnBrk="1" latinLnBrk="0" hangingPunct="1">
        <a:defRPr sz="8200" kern="1200">
          <a:solidFill>
            <a:schemeClr val="tx1"/>
          </a:solidFill>
          <a:latin typeface="+mn-lt"/>
          <a:ea typeface="+mn-ea"/>
          <a:cs typeface="+mn-cs"/>
        </a:defRPr>
      </a:lvl8pPr>
      <a:lvl9pPr marL="16705722" algn="l" defTabSz="4176431" rtl="0" eaLnBrk="1" latinLnBrk="0" hangingPunct="1">
        <a:defRPr sz="82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3" Type="http://schemas.openxmlformats.org/officeDocument/2006/relationships/image" Target="../media/image12.png"/><Relationship Id="rId18" Type="http://schemas.openxmlformats.org/officeDocument/2006/relationships/image" Target="../media/image17.png"/><Relationship Id="rId26" Type="http://schemas.openxmlformats.org/officeDocument/2006/relationships/image" Target="../media/image25.png"/><Relationship Id="rId3" Type="http://schemas.openxmlformats.org/officeDocument/2006/relationships/image" Target="../media/image2.svg"/><Relationship Id="rId21" Type="http://schemas.openxmlformats.org/officeDocument/2006/relationships/image" Target="../media/image20.svg"/><Relationship Id="rId34" Type="http://schemas.openxmlformats.org/officeDocument/2006/relationships/comments" Target="../comments/comment1.xml"/><Relationship Id="rId7" Type="http://schemas.openxmlformats.org/officeDocument/2006/relationships/image" Target="../media/image6.png"/><Relationship Id="rId12" Type="http://schemas.openxmlformats.org/officeDocument/2006/relationships/image" Target="../media/image11.png"/><Relationship Id="rId17" Type="http://schemas.openxmlformats.org/officeDocument/2006/relationships/image" Target="../media/image16.png"/><Relationship Id="rId25" Type="http://schemas.openxmlformats.org/officeDocument/2006/relationships/image" Target="../media/image24.svg"/><Relationship Id="rId33" Type="http://schemas.openxmlformats.org/officeDocument/2006/relationships/image" Target="../media/image32.svg"/><Relationship Id="rId2" Type="http://schemas.openxmlformats.org/officeDocument/2006/relationships/image" Target="../media/image1.png"/><Relationship Id="rId16" Type="http://schemas.openxmlformats.org/officeDocument/2006/relationships/image" Target="../media/image15.png"/><Relationship Id="rId20" Type="http://schemas.openxmlformats.org/officeDocument/2006/relationships/image" Target="../media/image19.png"/><Relationship Id="rId29" Type="http://schemas.openxmlformats.org/officeDocument/2006/relationships/image" Target="../media/image28.svg"/><Relationship Id="rId1" Type="http://schemas.openxmlformats.org/officeDocument/2006/relationships/slideLayout" Target="../slideLayouts/slideLayout1.xml"/><Relationship Id="rId6" Type="http://schemas.openxmlformats.org/officeDocument/2006/relationships/image" Target="../media/image5.jpeg"/><Relationship Id="rId11" Type="http://schemas.openxmlformats.org/officeDocument/2006/relationships/image" Target="../media/image10.png"/><Relationship Id="rId24" Type="http://schemas.openxmlformats.org/officeDocument/2006/relationships/image" Target="../media/image23.png"/><Relationship Id="rId32" Type="http://schemas.openxmlformats.org/officeDocument/2006/relationships/image" Target="../media/image31.png"/><Relationship Id="rId5" Type="http://schemas.openxmlformats.org/officeDocument/2006/relationships/image" Target="../media/image4.svg"/><Relationship Id="rId15" Type="http://schemas.openxmlformats.org/officeDocument/2006/relationships/image" Target="../media/image14.png"/><Relationship Id="rId23" Type="http://schemas.openxmlformats.org/officeDocument/2006/relationships/image" Target="../media/image22.png"/><Relationship Id="rId28" Type="http://schemas.openxmlformats.org/officeDocument/2006/relationships/image" Target="../media/image27.png"/><Relationship Id="rId10" Type="http://schemas.openxmlformats.org/officeDocument/2006/relationships/image" Target="../media/image9.png"/><Relationship Id="rId19" Type="http://schemas.openxmlformats.org/officeDocument/2006/relationships/image" Target="../media/image18.svg"/><Relationship Id="rId31" Type="http://schemas.openxmlformats.org/officeDocument/2006/relationships/image" Target="../media/image30.svg"/><Relationship Id="rId4" Type="http://schemas.openxmlformats.org/officeDocument/2006/relationships/image" Target="../media/image3.png"/><Relationship Id="rId9" Type="http://schemas.openxmlformats.org/officeDocument/2006/relationships/image" Target="../media/image8.svg"/><Relationship Id="rId14" Type="http://schemas.openxmlformats.org/officeDocument/2006/relationships/image" Target="../media/image13.png"/><Relationship Id="rId22" Type="http://schemas.openxmlformats.org/officeDocument/2006/relationships/image" Target="../media/image21.png"/><Relationship Id="rId27" Type="http://schemas.openxmlformats.org/officeDocument/2006/relationships/image" Target="../media/image26.svg"/><Relationship Id="rId30" Type="http://schemas.openxmlformats.org/officeDocument/2006/relationships/image" Target="../media/image29.png"/><Relationship Id="rId8" Type="http://schemas.openxmlformats.org/officeDocument/2006/relationships/image" Target="../media/image7.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6" name="Graphic 115">
            <a:extLst>
              <a:ext uri="{FF2B5EF4-FFF2-40B4-BE49-F238E27FC236}">
                <a16:creationId xmlns:a16="http://schemas.microsoft.com/office/drawing/2014/main" id="{1D7BCEBB-9E16-6F3C-CB2E-9FAF60D57834}"/>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r="14959"/>
          <a:stretch/>
        </p:blipFill>
        <p:spPr>
          <a:xfrm>
            <a:off x="14798204" y="17829684"/>
            <a:ext cx="5942243" cy="6987500"/>
          </a:xfrm>
          <a:prstGeom prst="rect">
            <a:avLst/>
          </a:prstGeom>
        </p:spPr>
      </p:pic>
      <p:pic>
        <p:nvPicPr>
          <p:cNvPr id="20" name="Graphic 19">
            <a:extLst>
              <a:ext uri="{FF2B5EF4-FFF2-40B4-BE49-F238E27FC236}">
                <a16:creationId xmlns:a16="http://schemas.microsoft.com/office/drawing/2014/main" id="{4FC83428-69FC-DD5D-26FC-6A12D5FD124D}"/>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r="14599"/>
          <a:stretch/>
        </p:blipFill>
        <p:spPr>
          <a:xfrm>
            <a:off x="14813444" y="9455061"/>
            <a:ext cx="5942243" cy="6958055"/>
          </a:xfrm>
          <a:prstGeom prst="rect">
            <a:avLst/>
          </a:prstGeom>
        </p:spPr>
      </p:pic>
      <p:sp>
        <p:nvSpPr>
          <p:cNvPr id="2057" name="Textplatzhalter 8"/>
          <p:cNvSpPr>
            <a:spLocks noGrp="1"/>
          </p:cNvSpPr>
          <p:nvPr>
            <p:ph type="body" sz="quarter" idx="27"/>
          </p:nvPr>
        </p:nvSpPr>
        <p:spPr bwMode="auto">
          <a:xfrm>
            <a:off x="1447800" y="3905250"/>
            <a:ext cx="27384375" cy="1504950"/>
          </a:xfrm>
          <a:noFill/>
          <a:ln>
            <a:miter lim="800000"/>
            <a:headEnd/>
            <a:tailEnd/>
          </a:ln>
        </p:spPr>
        <p:txBody>
          <a:bodyPr vert="horz" wrap="square" numCol="1" anchor="t" anchorCtr="0" compatLnSpc="1">
            <a:prstTxWarp prst="textNoShape">
              <a:avLst/>
            </a:prstTxWarp>
          </a:bodyPr>
          <a:lstStyle/>
          <a:p>
            <a:pPr marL="0" indent="0"/>
            <a:r>
              <a:rPr lang="en-US" dirty="0"/>
              <a:t>Lexical access in dialogue:</a:t>
            </a:r>
            <a:br>
              <a:rPr lang="en-US" dirty="0"/>
            </a:br>
            <a:r>
              <a:rPr lang="en-US" dirty="0"/>
              <a:t>recency effects or partner-specific adaptations?</a:t>
            </a:r>
          </a:p>
          <a:p>
            <a:endParaRPr lang="en-US" dirty="0"/>
          </a:p>
          <a:p>
            <a:endParaRPr lang="en-US" dirty="0"/>
          </a:p>
          <a:p>
            <a:endParaRPr lang="en-US" dirty="0"/>
          </a:p>
        </p:txBody>
      </p:sp>
      <p:sp>
        <p:nvSpPr>
          <p:cNvPr id="2050" name="Textplatzhalter 1"/>
          <p:cNvSpPr>
            <a:spLocks noGrp="1"/>
          </p:cNvSpPr>
          <p:nvPr>
            <p:ph type="body" sz="quarter" idx="13"/>
          </p:nvPr>
        </p:nvSpPr>
        <p:spPr bwMode="auto">
          <a:xfrm>
            <a:off x="1447801" y="9415237"/>
            <a:ext cx="11589874" cy="10032959"/>
          </a:xfrm>
          <a:noFill/>
          <a:ln>
            <a:miter lim="800000"/>
            <a:headEnd/>
            <a:tailEnd/>
          </a:ln>
        </p:spPr>
        <p:txBody>
          <a:bodyPr vert="horz" wrap="square" numCol="1" anchor="t" anchorCtr="0" compatLnSpc="1">
            <a:prstTxWarp prst="textNoShape">
              <a:avLst/>
            </a:prstTxWarp>
          </a:bodyPr>
          <a:lstStyle/>
          <a:p>
            <a:pPr algn="just"/>
            <a:r>
              <a:rPr lang="en-US" sz="2800" dirty="0"/>
              <a:t>When people interact with each other in dialogue, they tend to lexically entrain with one another (Brennan &amp; Clark, 1996; Garrod &amp; Anderson, 1987; </a:t>
            </a:r>
            <a:r>
              <a:rPr lang="en-US" sz="2800" dirty="0" err="1"/>
              <a:t>Metzing</a:t>
            </a:r>
            <a:r>
              <a:rPr lang="en-US" sz="2800" dirty="0"/>
              <a:t> &amp; Brennan, 2003). Two accounts have been proposed to explain this phenomenon:</a:t>
            </a:r>
          </a:p>
          <a:p>
            <a:pPr marL="457200" indent="-457200" algn="just">
              <a:buFont typeface="Arial" panose="020B0604020202020204" pitchFamily="34" charset="0"/>
              <a:buChar char="•"/>
            </a:pPr>
            <a:r>
              <a:rPr lang="en-US" sz="2800" dirty="0"/>
              <a:t>The </a:t>
            </a:r>
            <a:r>
              <a:rPr lang="en-US" sz="2800" b="1" dirty="0"/>
              <a:t>recency account </a:t>
            </a:r>
            <a:r>
              <a:rPr lang="en-US" sz="2800" dirty="0"/>
              <a:t>(Pickering &amp; Garrod, 2004; Barr &amp; </a:t>
            </a:r>
            <a:r>
              <a:rPr lang="en-US" sz="2800" dirty="0" err="1"/>
              <a:t>Keysar</a:t>
            </a:r>
            <a:r>
              <a:rPr lang="en-US" sz="2800" dirty="0"/>
              <a:t> 2002): entrainment is the result of basic recency effects: if a word has been used recently it is more likely to be reused again.</a:t>
            </a:r>
          </a:p>
          <a:p>
            <a:pPr marL="457200" indent="-457200" algn="just">
              <a:buFont typeface="Arial" panose="020B0604020202020204" pitchFamily="34" charset="0"/>
              <a:buChar char="•"/>
            </a:pPr>
            <a:r>
              <a:rPr lang="en-US" sz="2800" dirty="0"/>
              <a:t>The </a:t>
            </a:r>
            <a:r>
              <a:rPr lang="en-US" sz="2800" b="1" dirty="0"/>
              <a:t>partner-adapted account </a:t>
            </a:r>
            <a:r>
              <a:rPr lang="en-US" sz="2800" dirty="0"/>
              <a:t>(Brennan et al., 2010): besides recency, entrainment is the outcome of a “conceptual pact”  between interlocutors resulting in a partner-specific facilitation of lexical-semantic access.</a:t>
            </a:r>
          </a:p>
          <a:p>
            <a:pPr algn="just"/>
            <a:r>
              <a:rPr lang="en-US" sz="2800" dirty="0"/>
              <a:t>Horton &amp; </a:t>
            </a:r>
            <a:r>
              <a:rPr lang="en-US" sz="2800" dirty="0" err="1"/>
              <a:t>Gerrig</a:t>
            </a:r>
            <a:r>
              <a:rPr lang="en-US" sz="2800" dirty="0"/>
              <a:t> (2005) showed that speaking was facilitated when a complex expression was produced for the partner it was entrained with vs. a different partner.</a:t>
            </a:r>
          </a:p>
          <a:p>
            <a:pPr algn="just"/>
            <a:endParaRPr lang="en-US" sz="2800" dirty="0"/>
          </a:p>
          <a:p>
            <a:pPr algn="just"/>
            <a:r>
              <a:rPr lang="en-US" sz="2800" dirty="0"/>
              <a:t>► </a:t>
            </a:r>
            <a:r>
              <a:rPr lang="en-US" sz="2800" b="1" dirty="0"/>
              <a:t>Hypotheses</a:t>
            </a:r>
          </a:p>
          <a:p>
            <a:pPr algn="just"/>
            <a:r>
              <a:rPr lang="en-US" sz="2800" b="1" dirty="0"/>
              <a:t>Our goal was to investigate partner-specific lexical entrainment in speech production (see Horton &amp; </a:t>
            </a:r>
            <a:r>
              <a:rPr lang="en-US" sz="2800" b="1" dirty="0" err="1"/>
              <a:t>Gerrig</a:t>
            </a:r>
            <a:r>
              <a:rPr lang="en-US" sz="2800" b="1" dirty="0"/>
              <a:t>, 2005) but using exact chronometric measures of lexical access. We predict that using entrained labels with </a:t>
            </a:r>
            <a:r>
              <a:rPr lang="en-US" sz="2800" b="1" dirty="0">
                <a:solidFill>
                  <a:srgbClr val="D5552D"/>
                </a:solidFill>
              </a:rPr>
              <a:t>same</a:t>
            </a:r>
            <a:r>
              <a:rPr lang="en-US" sz="2800" b="1" dirty="0"/>
              <a:t> vs. </a:t>
            </a:r>
            <a:r>
              <a:rPr lang="en-US" sz="2800" b="1" dirty="0">
                <a:solidFill>
                  <a:srgbClr val="5F57D8"/>
                </a:solidFill>
              </a:rPr>
              <a:t>different</a:t>
            </a:r>
            <a:r>
              <a:rPr lang="en-US" sz="2800" b="1" dirty="0"/>
              <a:t> partners facilitates lexical access leading to:</a:t>
            </a:r>
          </a:p>
          <a:p>
            <a:pPr marL="457200" indent="-457200" algn="just">
              <a:buFont typeface="Arial" panose="020B0604020202020204" pitchFamily="34" charset="0"/>
              <a:buChar char="•"/>
            </a:pPr>
            <a:r>
              <a:rPr lang="en-US" sz="2800" b="1" dirty="0"/>
              <a:t>higher entrainment maintenance</a:t>
            </a:r>
          </a:p>
          <a:p>
            <a:pPr marL="457200" indent="-457200" algn="just">
              <a:buFont typeface="Arial" panose="020B0604020202020204" pitchFamily="34" charset="0"/>
              <a:buChar char="•"/>
            </a:pPr>
            <a:r>
              <a:rPr lang="en-US" sz="2800" b="1" dirty="0"/>
              <a:t>shorter naming latencies</a:t>
            </a:r>
          </a:p>
        </p:txBody>
      </p:sp>
      <p:sp>
        <p:nvSpPr>
          <p:cNvPr id="2051" name="Textplatzhalter 2"/>
          <p:cNvSpPr>
            <a:spLocks noGrp="1"/>
          </p:cNvSpPr>
          <p:nvPr>
            <p:ph type="body" sz="quarter" idx="14"/>
          </p:nvPr>
        </p:nvSpPr>
        <p:spPr bwMode="auto">
          <a:xfrm>
            <a:off x="1444625" y="8672286"/>
            <a:ext cx="13335000" cy="514876"/>
          </a:xfrm>
          <a:noFill/>
          <a:ln>
            <a:miter lim="800000"/>
            <a:headEnd/>
            <a:tailEnd/>
          </a:ln>
        </p:spPr>
        <p:txBody>
          <a:bodyPr vert="horz" wrap="square" numCol="1" anchor="t" anchorCtr="0" compatLnSpc="1">
            <a:prstTxWarp prst="textNoShape">
              <a:avLst/>
            </a:prstTxWarp>
          </a:bodyPr>
          <a:lstStyle/>
          <a:p>
            <a:r>
              <a:rPr lang="en-US" dirty="0"/>
              <a:t>INTRODUCTION</a:t>
            </a:r>
          </a:p>
        </p:txBody>
      </p:sp>
      <p:sp>
        <p:nvSpPr>
          <p:cNvPr id="2054" name="Textplatzhalter 5"/>
          <p:cNvSpPr>
            <a:spLocks noGrp="1"/>
          </p:cNvSpPr>
          <p:nvPr>
            <p:ph type="body" sz="quarter" idx="18"/>
          </p:nvPr>
        </p:nvSpPr>
        <p:spPr bwMode="auto">
          <a:xfrm>
            <a:off x="15471963" y="27544219"/>
            <a:ext cx="13363387" cy="8304637"/>
          </a:xfrm>
          <a:noFill/>
          <a:ln>
            <a:miter lim="800000"/>
            <a:headEnd/>
            <a:tailEnd/>
          </a:ln>
        </p:spPr>
        <p:txBody>
          <a:bodyPr vert="horz" wrap="square" numCol="1" anchor="t" anchorCtr="0" compatLnSpc="1">
            <a:prstTxWarp prst="textNoShape">
              <a:avLst/>
            </a:prstTxWarp>
          </a:bodyPr>
          <a:lstStyle/>
          <a:p>
            <a:pPr algn="just"/>
            <a:r>
              <a:rPr lang="en-US" sz="2800" dirty="0"/>
              <a:t>People are more likely to stick to a label and are faster at producing it when interacting with the </a:t>
            </a:r>
            <a:r>
              <a:rPr lang="en-US" sz="2800" b="1" dirty="0">
                <a:solidFill>
                  <a:srgbClr val="D5552D"/>
                </a:solidFill>
              </a:rPr>
              <a:t>same</a:t>
            </a:r>
            <a:r>
              <a:rPr lang="en-US" sz="2800" dirty="0"/>
              <a:t> (vs. </a:t>
            </a:r>
            <a:r>
              <a:rPr lang="en-US" sz="2800" b="1" dirty="0">
                <a:solidFill>
                  <a:srgbClr val="5F57D8"/>
                </a:solidFill>
              </a:rPr>
              <a:t>different</a:t>
            </a:r>
            <a:r>
              <a:rPr lang="en-US" sz="2800" dirty="0"/>
              <a:t>) partner they have previously entrained with.</a:t>
            </a:r>
          </a:p>
          <a:p>
            <a:pPr algn="just"/>
            <a:endParaRPr lang="en-US" sz="2800" dirty="0"/>
          </a:p>
          <a:p>
            <a:pPr algn="just"/>
            <a:r>
              <a:rPr lang="en-US" sz="2800" b="1" dirty="0"/>
              <a:t>► Partner-specific vs. recency effects: </a:t>
            </a:r>
            <a:r>
              <a:rPr lang="en-US" sz="2800" dirty="0"/>
              <a:t>These results are consistent with previous studies indicating that entrainment can be partner-specific (Horton &amp; Gerrig, 2005, Metzing &amp; Brennan, 2003) and that it is not merely the result of recency. </a:t>
            </a:r>
          </a:p>
          <a:p>
            <a:pPr algn="just"/>
            <a:endParaRPr lang="en-US" sz="2800" dirty="0"/>
          </a:p>
          <a:p>
            <a:pPr algn="just"/>
            <a:r>
              <a:rPr lang="en-US" sz="2800" b="1" dirty="0"/>
              <a:t>► Partner as a cue for accessing prior experience: </a:t>
            </a:r>
            <a:r>
              <a:rPr lang="en-US" sz="2800" dirty="0"/>
              <a:t>These results are consistent with previous studies indicating that a specific partner can act as a cue facilitating lexical access (Horton &amp; Gerrig, 2005, Horton, 2007, but see Brown-Schmidt &amp; Horton 2014).</a:t>
            </a:r>
          </a:p>
          <a:p>
            <a:pPr algn="just"/>
            <a:endParaRPr lang="en-US" sz="2800" dirty="0"/>
          </a:p>
          <a:p>
            <a:pPr algn="just">
              <a:spcBef>
                <a:spcPts val="0"/>
              </a:spcBef>
            </a:pPr>
            <a:r>
              <a:rPr lang="en-US" sz="2800" b="1" dirty="0"/>
              <a:t>► Outlook: </a:t>
            </a:r>
            <a:r>
              <a:rPr lang="en-US" sz="2800" dirty="0"/>
              <a:t>Future studies might use EEG to investigate the neurophysiological processes and time course of lexical access during partner-adapted speech production.</a:t>
            </a:r>
          </a:p>
        </p:txBody>
      </p:sp>
      <p:sp>
        <p:nvSpPr>
          <p:cNvPr id="2058" name="Textplatzhalter 9"/>
          <p:cNvSpPr>
            <a:spLocks noGrp="1"/>
          </p:cNvSpPr>
          <p:nvPr>
            <p:ph type="body" sz="quarter" idx="28"/>
          </p:nvPr>
        </p:nvSpPr>
        <p:spPr bwMode="auto">
          <a:xfrm>
            <a:off x="1444624" y="6774671"/>
            <a:ext cx="27384375" cy="1143000"/>
          </a:xfrm>
          <a:noFill/>
          <a:ln>
            <a:miter lim="800000"/>
            <a:headEnd/>
            <a:tailEnd/>
          </a:ln>
        </p:spPr>
        <p:txBody>
          <a:bodyPr vert="horz" wrap="square" numCol="1" anchor="t" anchorCtr="0" compatLnSpc="1">
            <a:prstTxWarp prst="textNoShape">
              <a:avLst/>
            </a:prstTxWarp>
          </a:bodyPr>
          <a:lstStyle/>
          <a:p>
            <a:r>
              <a:rPr lang="en-US" dirty="0"/>
              <a:t>Isabella P. Boux, Anna K. Kuhlen</a:t>
            </a:r>
          </a:p>
          <a:p>
            <a:r>
              <a:rPr lang="en-US" sz="2000" dirty="0"/>
              <a:t>Institute of Psychology, RWTH University Aachen, Germany</a:t>
            </a:r>
          </a:p>
          <a:p>
            <a:endParaRPr lang="en-US" dirty="0"/>
          </a:p>
        </p:txBody>
      </p:sp>
      <p:sp>
        <p:nvSpPr>
          <p:cNvPr id="2059" name="Textplatzhalter 11"/>
          <p:cNvSpPr>
            <a:spLocks noGrp="1"/>
          </p:cNvSpPr>
          <p:nvPr>
            <p:ph type="body" sz="quarter" idx="30"/>
          </p:nvPr>
        </p:nvSpPr>
        <p:spPr bwMode="auto">
          <a:xfrm>
            <a:off x="3879849" y="39243000"/>
            <a:ext cx="24949149" cy="2124075"/>
          </a:xfrm>
          <a:noFill/>
          <a:ln>
            <a:miter lim="800000"/>
            <a:headEnd/>
            <a:tailEnd/>
          </a:ln>
        </p:spPr>
        <p:txBody>
          <a:bodyPr vert="horz" wrap="square" numCol="1" anchor="t" anchorCtr="0" compatLnSpc="1">
            <a:prstTxWarp prst="textNoShape">
              <a:avLst/>
            </a:prstTxWarp>
          </a:bodyPr>
          <a:lstStyle/>
          <a:p>
            <a:r>
              <a:rPr lang="en-US" b="1" dirty="0"/>
              <a:t>References:</a:t>
            </a:r>
            <a:r>
              <a:rPr lang="en-US" dirty="0"/>
              <a:t> Barr, D. J., &amp; Keysar, B. (2002). Anchoring comprehension in linguistic precedents. </a:t>
            </a:r>
            <a:r>
              <a:rPr lang="en-US" i="1" dirty="0"/>
              <a:t>Journal of Memory and Language</a:t>
            </a:r>
            <a:r>
              <a:rPr lang="en-US" dirty="0"/>
              <a:t>, </a:t>
            </a:r>
            <a:r>
              <a:rPr lang="en-US" i="1" dirty="0"/>
              <a:t>46</a:t>
            </a:r>
            <a:r>
              <a:rPr lang="en-US" dirty="0"/>
              <a:t>(2), 391-418. | Brennan, S. E., &amp; Clark, H. H. (1996). Conceptual pacts and lexical choice in conversation. </a:t>
            </a:r>
            <a:r>
              <a:rPr lang="en-US" i="1" dirty="0"/>
              <a:t>Journal of Experimental Psychology. Learning, Memory, and Cognition</a:t>
            </a:r>
            <a:r>
              <a:rPr lang="en-US" dirty="0"/>
              <a:t>, </a:t>
            </a:r>
            <a:r>
              <a:rPr lang="en-US" i="1" dirty="0"/>
              <a:t>22</a:t>
            </a:r>
            <a:r>
              <a:rPr lang="en-US" dirty="0"/>
              <a:t>(6), 1482–1493. | Brennan, S. E., Galati, A., &amp; Kuhlen, A. K. (2010). Two Minds, One Dialog: Coordinating Speaking and Understanding. In B. H. Ross (Ed.), </a:t>
            </a:r>
            <a:r>
              <a:rPr lang="en-US" i="1" dirty="0"/>
              <a:t>Psychology of Learning and Motivation </a:t>
            </a:r>
            <a:r>
              <a:rPr lang="en-US" dirty="0"/>
              <a:t>(Vol. 53, pp. 301–344). Academic Press. | Brown-Schmidt, S., &amp; Horton, W. S. (2014). The influence of partner-specific memory associations on picture naming: A failure to replicate Horton (2007). </a:t>
            </a:r>
            <a:r>
              <a:rPr lang="en-US" i="1" dirty="0"/>
              <a:t>PloS one</a:t>
            </a:r>
            <a:r>
              <a:rPr lang="en-US" dirty="0"/>
              <a:t>, </a:t>
            </a:r>
            <a:r>
              <a:rPr lang="en-US" i="1" dirty="0"/>
              <a:t>9</a:t>
            </a:r>
            <a:r>
              <a:rPr lang="en-US" dirty="0"/>
              <a:t>(10), e109035. | Garrod, S., &amp; Anderson, A. (1987). Saying what you mean in dialogue: A study in conceptual and semantic co-ordination. </a:t>
            </a:r>
            <a:r>
              <a:rPr lang="en-US" i="1" dirty="0"/>
              <a:t>Cognition</a:t>
            </a:r>
            <a:r>
              <a:rPr lang="en-US" dirty="0"/>
              <a:t>, </a:t>
            </a:r>
            <a:r>
              <a:rPr lang="en-US" i="1" dirty="0"/>
              <a:t>27</a:t>
            </a:r>
            <a:r>
              <a:rPr lang="en-US" dirty="0"/>
              <a:t>(2) | Horton, W. S., &amp; Gerrig, R. J. (2005). The impact of memory demands on audience design during language production. </a:t>
            </a:r>
            <a:r>
              <a:rPr lang="en-US" i="1" dirty="0"/>
              <a:t>Cognition</a:t>
            </a:r>
            <a:r>
              <a:rPr lang="en-US" dirty="0"/>
              <a:t>, </a:t>
            </a:r>
            <a:r>
              <a:rPr lang="en-US" i="1" dirty="0"/>
              <a:t>96</a:t>
            </a:r>
            <a:r>
              <a:rPr lang="en-US" dirty="0"/>
              <a:t>(2), 127-142. | Metzing, C., &amp; Brennan, S. E. (2003). When conceptual pacts are broken: Partner-specific effects on the comprehension of referring expressions. </a:t>
            </a:r>
            <a:r>
              <a:rPr lang="en-US" i="1" dirty="0"/>
              <a:t>Journal of Memory and Language</a:t>
            </a:r>
            <a:r>
              <a:rPr lang="en-US" dirty="0"/>
              <a:t>, </a:t>
            </a:r>
            <a:r>
              <a:rPr lang="en-US" i="1" dirty="0"/>
              <a:t>49</a:t>
            </a:r>
            <a:r>
              <a:rPr lang="en-US" dirty="0"/>
              <a:t>(2), 201–213. | Pickering, M. J., &amp; Garrod, S. (2004). Toward a mechanistic psychology of dialogue. </a:t>
            </a:r>
            <a:r>
              <a:rPr lang="en-US" i="1" dirty="0"/>
              <a:t>Behavioral and Brain Sciences</a:t>
            </a:r>
            <a:r>
              <a:rPr lang="en-US" dirty="0"/>
              <a:t>, </a:t>
            </a:r>
            <a:r>
              <a:rPr lang="en-US" i="1" dirty="0"/>
              <a:t>27</a:t>
            </a:r>
            <a:r>
              <a:rPr lang="en-US" dirty="0"/>
              <a:t>(02), 169–225. </a:t>
            </a:r>
          </a:p>
        </p:txBody>
      </p:sp>
      <p:pic>
        <p:nvPicPr>
          <p:cNvPr id="2068" name="Picture 3" descr="C:\Users\idbklewi\Desktop\qrcode.jpeg"/>
          <p:cNvPicPr>
            <a:picLocks noChangeAspect="1" noChangeArrowheads="1"/>
          </p:cNvPicPr>
          <p:nvPr/>
        </p:nvPicPr>
        <p:blipFill>
          <a:blip r:embed="rId6" cstate="print"/>
          <a:srcRect/>
          <a:stretch>
            <a:fillRect/>
          </a:stretch>
        </p:blipFill>
        <p:spPr bwMode="auto">
          <a:xfrm>
            <a:off x="1447800" y="39233475"/>
            <a:ext cx="2132013" cy="2132013"/>
          </a:xfrm>
          <a:prstGeom prst="rect">
            <a:avLst/>
          </a:prstGeom>
          <a:noFill/>
          <a:ln w="9525">
            <a:noFill/>
            <a:miter lim="800000"/>
            <a:headEnd/>
            <a:tailEnd/>
          </a:ln>
        </p:spPr>
      </p:pic>
      <p:pic>
        <p:nvPicPr>
          <p:cNvPr id="21" name="Inhaltsplatzhalter 19">
            <a:extLst>
              <a:ext uri="{FF2B5EF4-FFF2-40B4-BE49-F238E27FC236}">
                <a16:creationId xmlns:a16="http://schemas.microsoft.com/office/drawing/2014/main" id="{5177F100-7F04-4AA3-A268-D01370BC7D72}"/>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17672648" y="-19438"/>
            <a:ext cx="11525028" cy="3276988"/>
          </a:xfrm>
          <a:prstGeom prst="rect">
            <a:avLst/>
          </a:prstGeom>
        </p:spPr>
      </p:pic>
      <p:sp>
        <p:nvSpPr>
          <p:cNvPr id="22" name="Textplatzhalter 1">
            <a:extLst>
              <a:ext uri="{FF2B5EF4-FFF2-40B4-BE49-F238E27FC236}">
                <a16:creationId xmlns:a16="http://schemas.microsoft.com/office/drawing/2014/main" id="{6AF33F3B-4506-4D6A-8C25-45FFF17E2A60}"/>
              </a:ext>
            </a:extLst>
          </p:cNvPr>
          <p:cNvSpPr txBox="1">
            <a:spLocks/>
          </p:cNvSpPr>
          <p:nvPr/>
        </p:nvSpPr>
        <p:spPr bwMode="auto">
          <a:xfrm>
            <a:off x="1444624" y="21325498"/>
            <a:ext cx="11625841" cy="10959404"/>
          </a:xfrm>
          <a:prstGeom prst="rect">
            <a:avLst/>
          </a:prstGeom>
          <a:noFill/>
          <a:ln>
            <a:miter lim="800000"/>
            <a:headEnd/>
            <a:tailEnd/>
          </a:ln>
        </p:spPr>
        <p:txBody>
          <a:bodyPr vert="horz" wrap="square" lIns="0" tIns="0" rIns="0" bIns="0" numCol="1" anchor="t" anchorCtr="0" compatLnSpc="1">
            <a:prstTxWarp prst="textNoShape">
              <a:avLst/>
            </a:prstTxWarp>
          </a:bodyPr>
          <a:lstStyle>
            <a:lvl1pPr marL="0" indent="0" algn="l" defTabSz="4175125" rtl="0" eaLnBrk="1" fontAlgn="base" hangingPunct="1">
              <a:spcBef>
                <a:spcPct val="20000"/>
              </a:spcBef>
              <a:spcAft>
                <a:spcPct val="0"/>
              </a:spcAft>
              <a:buFont typeface="Arial" charset="0"/>
              <a:buNone/>
              <a:defRPr lang="de-DE" sz="2300" b="0" i="0" u="none" strike="noStrike" kern="1200" baseline="0" smtClean="0">
                <a:solidFill>
                  <a:schemeClr val="tx1"/>
                </a:solidFill>
                <a:latin typeface="+mn-lt"/>
                <a:ea typeface="+mn-ea"/>
                <a:cs typeface="+mn-cs"/>
              </a:defRPr>
            </a:lvl1pPr>
            <a:lvl2pPr marL="714375" indent="-714375" algn="l" defTabSz="4175125" rtl="0" eaLnBrk="1" fontAlgn="base" hangingPunct="1">
              <a:spcBef>
                <a:spcPct val="20000"/>
              </a:spcBef>
              <a:spcAft>
                <a:spcPct val="0"/>
              </a:spcAft>
              <a:buFont typeface="Wingdings" pitchFamily="2" charset="2"/>
              <a:buChar char="§"/>
              <a:defRPr sz="2300" kern="1200">
                <a:solidFill>
                  <a:schemeClr val="tx1"/>
                </a:solidFill>
                <a:latin typeface="+mn-lt"/>
                <a:ea typeface="+mn-ea"/>
                <a:cs typeface="+mn-cs"/>
              </a:defRPr>
            </a:lvl2pPr>
            <a:lvl3pPr marL="5219700" indent="-1042988" algn="l" defTabSz="4175125" rtl="0" eaLnBrk="1" fontAlgn="base" hangingPunct="1">
              <a:spcBef>
                <a:spcPct val="20000"/>
              </a:spcBef>
              <a:spcAft>
                <a:spcPct val="0"/>
              </a:spcAft>
              <a:buFont typeface="Arial" charset="0"/>
              <a:buChar char="•"/>
              <a:defRPr sz="2300" kern="1200">
                <a:solidFill>
                  <a:schemeClr val="tx1"/>
                </a:solidFill>
                <a:latin typeface="+mn-lt"/>
                <a:ea typeface="+mn-ea"/>
                <a:cs typeface="+mn-cs"/>
              </a:defRPr>
            </a:lvl3pPr>
            <a:lvl4pPr marL="7307263" indent="-1042988" algn="l" defTabSz="4175125" rtl="0" eaLnBrk="1" fontAlgn="base" hangingPunct="1">
              <a:spcBef>
                <a:spcPct val="20000"/>
              </a:spcBef>
              <a:spcAft>
                <a:spcPct val="0"/>
              </a:spcAft>
              <a:buFont typeface="Arial" charset="0"/>
              <a:buChar char="–"/>
              <a:defRPr sz="2300" kern="1200">
                <a:solidFill>
                  <a:schemeClr val="tx1"/>
                </a:solidFill>
                <a:latin typeface="+mn-lt"/>
                <a:ea typeface="+mn-ea"/>
                <a:cs typeface="+mn-cs"/>
              </a:defRPr>
            </a:lvl4pPr>
            <a:lvl5pPr marL="9396413" indent="-1042988" algn="l" defTabSz="4175125" rtl="0" eaLnBrk="1" fontAlgn="base" hangingPunct="1">
              <a:spcBef>
                <a:spcPct val="20000"/>
              </a:spcBef>
              <a:spcAft>
                <a:spcPct val="0"/>
              </a:spcAft>
              <a:buFont typeface="Arial" charset="0"/>
              <a:buChar char="»"/>
              <a:defRPr sz="2300" kern="1200">
                <a:solidFill>
                  <a:schemeClr val="tx1"/>
                </a:solidFill>
                <a:latin typeface="+mn-lt"/>
                <a:ea typeface="+mn-ea"/>
                <a:cs typeface="+mn-cs"/>
              </a:defRPr>
            </a:lvl5pPr>
            <a:lvl6pPr marL="11485184" indent="-1044108" algn="l" defTabSz="4176431" rtl="0" eaLnBrk="1" latinLnBrk="0" hangingPunct="1">
              <a:spcBef>
                <a:spcPct val="20000"/>
              </a:spcBef>
              <a:buFont typeface="Arial" pitchFamily="34" charset="0"/>
              <a:buChar char="•"/>
              <a:defRPr sz="9100" kern="1200">
                <a:solidFill>
                  <a:schemeClr val="tx1"/>
                </a:solidFill>
                <a:latin typeface="+mn-lt"/>
                <a:ea typeface="+mn-ea"/>
                <a:cs typeface="+mn-cs"/>
              </a:defRPr>
            </a:lvl6pPr>
            <a:lvl7pPr marL="13573399" indent="-1044108" algn="l" defTabSz="4176431" rtl="0" eaLnBrk="1" latinLnBrk="0" hangingPunct="1">
              <a:spcBef>
                <a:spcPct val="20000"/>
              </a:spcBef>
              <a:buFont typeface="Arial" pitchFamily="34" charset="0"/>
              <a:buChar char="•"/>
              <a:defRPr sz="9100" kern="1200">
                <a:solidFill>
                  <a:schemeClr val="tx1"/>
                </a:solidFill>
                <a:latin typeface="+mn-lt"/>
                <a:ea typeface="+mn-ea"/>
                <a:cs typeface="+mn-cs"/>
              </a:defRPr>
            </a:lvl7pPr>
            <a:lvl8pPr marL="15661615" indent="-1044108" algn="l" defTabSz="4176431" rtl="0" eaLnBrk="1" latinLnBrk="0" hangingPunct="1">
              <a:spcBef>
                <a:spcPct val="20000"/>
              </a:spcBef>
              <a:buFont typeface="Arial" pitchFamily="34" charset="0"/>
              <a:buChar char="•"/>
              <a:defRPr sz="9100" kern="1200">
                <a:solidFill>
                  <a:schemeClr val="tx1"/>
                </a:solidFill>
                <a:latin typeface="+mn-lt"/>
                <a:ea typeface="+mn-ea"/>
                <a:cs typeface="+mn-cs"/>
              </a:defRPr>
            </a:lvl8pPr>
            <a:lvl9pPr marL="17749830" indent="-1044108" algn="l" defTabSz="4176431" rtl="0" eaLnBrk="1" latinLnBrk="0" hangingPunct="1">
              <a:spcBef>
                <a:spcPct val="20000"/>
              </a:spcBef>
              <a:buFont typeface="Arial" pitchFamily="34" charset="0"/>
              <a:buChar char="•"/>
              <a:defRPr sz="9100" kern="1200">
                <a:solidFill>
                  <a:schemeClr val="tx1"/>
                </a:solidFill>
                <a:latin typeface="+mn-lt"/>
                <a:ea typeface="+mn-ea"/>
                <a:cs typeface="+mn-cs"/>
              </a:defRPr>
            </a:lvl9pPr>
          </a:lstStyle>
          <a:p>
            <a:pPr algn="just"/>
            <a:r>
              <a:rPr lang="en-US" sz="2800" dirty="0"/>
              <a:t>Thirty-three adult subjects took part to a modified director-matcher task with two different partners (confederates). Subject and partner could hear each other but could not see each other screens. They were instructed to play a game as a team, where they would have to get the matcher to identify certain figures as quickly and accurately as possible.</a:t>
            </a:r>
          </a:p>
          <a:p>
            <a:pPr algn="just"/>
            <a:endParaRPr lang="en-US" sz="2800" dirty="0"/>
          </a:p>
          <a:p>
            <a:pPr algn="just"/>
            <a:r>
              <a:rPr lang="en-US" sz="2800" b="1" dirty="0"/>
              <a:t>► Partner-specific entrainment phase (3 repetitions x 2 partners)</a:t>
            </a:r>
          </a:p>
          <a:p>
            <a:pPr marL="342900" indent="-342900" algn="just">
              <a:buFont typeface="Arial" panose="020B0604020202020204" pitchFamily="34" charset="0"/>
              <a:buChar char="•"/>
            </a:pPr>
            <a:r>
              <a:rPr lang="en-US" sz="2800" dirty="0"/>
              <a:t>The </a:t>
            </a:r>
            <a:r>
              <a:rPr lang="en-US" sz="2800" b="1" dirty="0"/>
              <a:t>partner</a:t>
            </a:r>
            <a:r>
              <a:rPr lang="en-US" sz="2800" dirty="0"/>
              <a:t> named certain tangram figures with a single specified label (unbeknownst to the subject).</a:t>
            </a:r>
          </a:p>
          <a:p>
            <a:pPr marL="342900" indent="-342900" algn="just">
              <a:buFont typeface="Arial" panose="020B0604020202020204" pitchFamily="34" charset="0"/>
              <a:buChar char="•"/>
            </a:pPr>
            <a:r>
              <a:rPr lang="en-US" sz="2800" dirty="0"/>
              <a:t>The </a:t>
            </a:r>
            <a:r>
              <a:rPr lang="en-US" sz="2800" b="1" dirty="0"/>
              <a:t>subject</a:t>
            </a:r>
            <a:r>
              <a:rPr lang="en-US" sz="2800" dirty="0"/>
              <a:t> saw an array of tangrams on their screen and needed to find the named tangram.</a:t>
            </a:r>
          </a:p>
          <a:p>
            <a:pPr marL="342900" indent="-342900" algn="just">
              <a:buFont typeface="Arial" panose="020B0604020202020204" pitchFamily="34" charset="0"/>
              <a:buChar char="•"/>
            </a:pPr>
            <a:endParaRPr lang="en-US" sz="2800" dirty="0"/>
          </a:p>
          <a:p>
            <a:pPr algn="just"/>
            <a:r>
              <a:rPr lang="en-US" sz="2800" b="1" dirty="0"/>
              <a:t>► Test phase (2 repetitions x 2 partners)</a:t>
            </a:r>
          </a:p>
          <a:p>
            <a:pPr algn="just"/>
            <a:r>
              <a:rPr lang="en-US" sz="2800" dirty="0"/>
              <a:t>The partner-specificity of the lexical entrainment was probed.</a:t>
            </a:r>
          </a:p>
          <a:p>
            <a:pPr marL="342900" indent="-342900" algn="just">
              <a:buFont typeface="Arial" panose="020B0604020202020204" pitchFamily="34" charset="0"/>
              <a:buChar char="•"/>
            </a:pPr>
            <a:r>
              <a:rPr lang="en-US" sz="2800" dirty="0"/>
              <a:t>The </a:t>
            </a:r>
            <a:r>
              <a:rPr lang="en-US" sz="2800" b="1" dirty="0"/>
              <a:t>subject</a:t>
            </a:r>
            <a:r>
              <a:rPr lang="en-US" sz="2800" dirty="0"/>
              <a:t> saw individual tangrams on their screen and named them for the partner.</a:t>
            </a:r>
          </a:p>
          <a:p>
            <a:pPr marL="342900" indent="-342900" algn="just">
              <a:buFont typeface="Arial" panose="020B0604020202020204" pitchFamily="34" charset="0"/>
              <a:buChar char="•"/>
            </a:pPr>
            <a:r>
              <a:rPr lang="en-US" sz="2800" dirty="0"/>
              <a:t>The </a:t>
            </a:r>
            <a:r>
              <a:rPr lang="en-US" sz="2800" b="1" dirty="0"/>
              <a:t>partner</a:t>
            </a:r>
            <a:r>
              <a:rPr lang="en-US" sz="2800" dirty="0"/>
              <a:t> saw an array of tangrams on their screen and needed to find the named tangram. </a:t>
            </a:r>
          </a:p>
          <a:p>
            <a:pPr algn="just"/>
            <a:r>
              <a:rPr lang="en-US" sz="2800" dirty="0"/>
              <a:t>Some tangrams were named in interaction with the </a:t>
            </a:r>
            <a:r>
              <a:rPr lang="en-US" sz="2800" b="1" dirty="0">
                <a:solidFill>
                  <a:srgbClr val="D5552D"/>
                </a:solidFill>
              </a:rPr>
              <a:t>same</a:t>
            </a:r>
            <a:r>
              <a:rPr lang="en-US" sz="2800" dirty="0"/>
              <a:t> partner as in the entrainment phase, other in presence of the </a:t>
            </a:r>
            <a:r>
              <a:rPr lang="en-US" sz="2800" b="1" dirty="0">
                <a:solidFill>
                  <a:srgbClr val="5F57D8"/>
                </a:solidFill>
              </a:rPr>
              <a:t>different</a:t>
            </a:r>
            <a:r>
              <a:rPr lang="en-US" sz="2800" dirty="0"/>
              <a:t> partner. </a:t>
            </a:r>
          </a:p>
          <a:p>
            <a:pPr algn="just"/>
            <a:endParaRPr lang="en-US" sz="2800" dirty="0"/>
          </a:p>
          <a:p>
            <a:pPr algn="just"/>
            <a:endParaRPr lang="en-US" sz="2800" dirty="0"/>
          </a:p>
        </p:txBody>
      </p:sp>
      <p:sp>
        <p:nvSpPr>
          <p:cNvPr id="23" name="Textplatzhalter 2">
            <a:extLst>
              <a:ext uri="{FF2B5EF4-FFF2-40B4-BE49-F238E27FC236}">
                <a16:creationId xmlns:a16="http://schemas.microsoft.com/office/drawing/2014/main" id="{45BBF51B-BD71-42DB-9F0E-2BF1EC9963A1}"/>
              </a:ext>
            </a:extLst>
          </p:cNvPr>
          <p:cNvSpPr txBox="1">
            <a:spLocks/>
          </p:cNvSpPr>
          <p:nvPr/>
        </p:nvSpPr>
        <p:spPr bwMode="auto">
          <a:xfrm>
            <a:off x="1523166" y="20556603"/>
            <a:ext cx="8651876" cy="574676"/>
          </a:xfrm>
          <a:prstGeom prst="rect">
            <a:avLst/>
          </a:prstGeom>
          <a:noFill/>
          <a:ln>
            <a:miter lim="800000"/>
            <a:headEnd/>
            <a:tailEnd/>
          </a:ln>
        </p:spPr>
        <p:txBody>
          <a:bodyPr vert="horz" wrap="square" lIns="0" tIns="0" rIns="0" bIns="0" numCol="1" anchor="t" anchorCtr="0" compatLnSpc="1">
            <a:prstTxWarp prst="textNoShape">
              <a:avLst/>
            </a:prstTxWarp>
          </a:bodyPr>
          <a:lstStyle>
            <a:lvl1pPr marL="1565275" indent="-1565275" algn="l" defTabSz="4175125" rtl="0" eaLnBrk="1" fontAlgn="base" hangingPunct="1">
              <a:spcBef>
                <a:spcPct val="20000"/>
              </a:spcBef>
              <a:spcAft>
                <a:spcPct val="0"/>
              </a:spcAft>
              <a:buFont typeface="Arial" charset="0"/>
              <a:buNone/>
              <a:defRPr sz="3800" b="1" kern="1200" baseline="0">
                <a:solidFill>
                  <a:schemeClr val="tx1"/>
                </a:solidFill>
                <a:latin typeface="+mn-lt"/>
                <a:ea typeface="+mn-ea"/>
                <a:cs typeface="+mn-cs"/>
              </a:defRPr>
            </a:lvl1pPr>
            <a:lvl2pPr marL="714375" indent="-714375" algn="l" defTabSz="4175125" rtl="0" eaLnBrk="1" fontAlgn="base" hangingPunct="1">
              <a:spcBef>
                <a:spcPct val="20000"/>
              </a:spcBef>
              <a:spcAft>
                <a:spcPct val="0"/>
              </a:spcAft>
              <a:buFont typeface="Wingdings" pitchFamily="2" charset="2"/>
              <a:buChar char="§"/>
              <a:defRPr sz="2300" kern="1200">
                <a:solidFill>
                  <a:schemeClr val="tx1"/>
                </a:solidFill>
                <a:latin typeface="+mn-lt"/>
                <a:ea typeface="+mn-ea"/>
                <a:cs typeface="+mn-cs"/>
              </a:defRPr>
            </a:lvl2pPr>
            <a:lvl3pPr marL="5219700" indent="-1042988" algn="l" defTabSz="4175125" rtl="0" eaLnBrk="1" fontAlgn="base" hangingPunct="1">
              <a:spcBef>
                <a:spcPct val="20000"/>
              </a:spcBef>
              <a:spcAft>
                <a:spcPct val="0"/>
              </a:spcAft>
              <a:buFont typeface="Arial" charset="0"/>
              <a:buChar char="•"/>
              <a:defRPr sz="2300" kern="1200">
                <a:solidFill>
                  <a:schemeClr val="tx1"/>
                </a:solidFill>
                <a:latin typeface="+mn-lt"/>
                <a:ea typeface="+mn-ea"/>
                <a:cs typeface="+mn-cs"/>
              </a:defRPr>
            </a:lvl3pPr>
            <a:lvl4pPr marL="7307263" indent="-1042988" algn="l" defTabSz="4175125" rtl="0" eaLnBrk="1" fontAlgn="base" hangingPunct="1">
              <a:spcBef>
                <a:spcPct val="20000"/>
              </a:spcBef>
              <a:spcAft>
                <a:spcPct val="0"/>
              </a:spcAft>
              <a:buFont typeface="Arial" charset="0"/>
              <a:buChar char="–"/>
              <a:defRPr sz="2300" kern="1200">
                <a:solidFill>
                  <a:schemeClr val="tx1"/>
                </a:solidFill>
                <a:latin typeface="+mn-lt"/>
                <a:ea typeface="+mn-ea"/>
                <a:cs typeface="+mn-cs"/>
              </a:defRPr>
            </a:lvl4pPr>
            <a:lvl5pPr marL="9396413" indent="-1042988" algn="l" defTabSz="4175125" rtl="0" eaLnBrk="1" fontAlgn="base" hangingPunct="1">
              <a:spcBef>
                <a:spcPct val="20000"/>
              </a:spcBef>
              <a:spcAft>
                <a:spcPct val="0"/>
              </a:spcAft>
              <a:buFont typeface="Arial" charset="0"/>
              <a:buChar char="»"/>
              <a:defRPr sz="2300" kern="1200">
                <a:solidFill>
                  <a:schemeClr val="tx1"/>
                </a:solidFill>
                <a:latin typeface="+mn-lt"/>
                <a:ea typeface="+mn-ea"/>
                <a:cs typeface="+mn-cs"/>
              </a:defRPr>
            </a:lvl5pPr>
            <a:lvl6pPr marL="11485184" indent="-1044108" algn="l" defTabSz="4176431" rtl="0" eaLnBrk="1" latinLnBrk="0" hangingPunct="1">
              <a:spcBef>
                <a:spcPct val="20000"/>
              </a:spcBef>
              <a:buFont typeface="Arial" pitchFamily="34" charset="0"/>
              <a:buChar char="•"/>
              <a:defRPr sz="9100" kern="1200">
                <a:solidFill>
                  <a:schemeClr val="tx1"/>
                </a:solidFill>
                <a:latin typeface="+mn-lt"/>
                <a:ea typeface="+mn-ea"/>
                <a:cs typeface="+mn-cs"/>
              </a:defRPr>
            </a:lvl6pPr>
            <a:lvl7pPr marL="13573399" indent="-1044108" algn="l" defTabSz="4176431" rtl="0" eaLnBrk="1" latinLnBrk="0" hangingPunct="1">
              <a:spcBef>
                <a:spcPct val="20000"/>
              </a:spcBef>
              <a:buFont typeface="Arial" pitchFamily="34" charset="0"/>
              <a:buChar char="•"/>
              <a:defRPr sz="9100" kern="1200">
                <a:solidFill>
                  <a:schemeClr val="tx1"/>
                </a:solidFill>
                <a:latin typeface="+mn-lt"/>
                <a:ea typeface="+mn-ea"/>
                <a:cs typeface="+mn-cs"/>
              </a:defRPr>
            </a:lvl7pPr>
            <a:lvl8pPr marL="15661615" indent="-1044108" algn="l" defTabSz="4176431" rtl="0" eaLnBrk="1" latinLnBrk="0" hangingPunct="1">
              <a:spcBef>
                <a:spcPct val="20000"/>
              </a:spcBef>
              <a:buFont typeface="Arial" pitchFamily="34" charset="0"/>
              <a:buChar char="•"/>
              <a:defRPr sz="9100" kern="1200">
                <a:solidFill>
                  <a:schemeClr val="tx1"/>
                </a:solidFill>
                <a:latin typeface="+mn-lt"/>
                <a:ea typeface="+mn-ea"/>
                <a:cs typeface="+mn-cs"/>
              </a:defRPr>
            </a:lvl8pPr>
            <a:lvl9pPr marL="17749830" indent="-1044108" algn="l" defTabSz="4176431" rtl="0" eaLnBrk="1" latinLnBrk="0" hangingPunct="1">
              <a:spcBef>
                <a:spcPct val="20000"/>
              </a:spcBef>
              <a:buFont typeface="Arial" pitchFamily="34" charset="0"/>
              <a:buChar char="•"/>
              <a:defRPr sz="9100" kern="1200">
                <a:solidFill>
                  <a:schemeClr val="tx1"/>
                </a:solidFill>
                <a:latin typeface="+mn-lt"/>
                <a:ea typeface="+mn-ea"/>
                <a:cs typeface="+mn-cs"/>
              </a:defRPr>
            </a:lvl9pPr>
          </a:lstStyle>
          <a:p>
            <a:r>
              <a:rPr lang="en-US" dirty="0"/>
              <a:t>MATERIALS AND METHODS</a:t>
            </a:r>
          </a:p>
        </p:txBody>
      </p:sp>
      <p:sp>
        <p:nvSpPr>
          <p:cNvPr id="24" name="Rechteck 23">
            <a:extLst>
              <a:ext uri="{FF2B5EF4-FFF2-40B4-BE49-F238E27FC236}">
                <a16:creationId xmlns:a16="http://schemas.microsoft.com/office/drawing/2014/main" id="{8EB01BDA-494B-4571-B028-4D611CCFCB9C}"/>
              </a:ext>
            </a:extLst>
          </p:cNvPr>
          <p:cNvSpPr/>
          <p:nvPr/>
        </p:nvSpPr>
        <p:spPr>
          <a:xfrm>
            <a:off x="7812503" y="32208763"/>
            <a:ext cx="4447249" cy="5057496"/>
          </a:xfrm>
          <a:prstGeom prst="rect">
            <a:avLst/>
          </a:prstGeom>
          <a:solidFill>
            <a:schemeClr val="bg1">
              <a:lumMod val="95000"/>
            </a:schemeClr>
          </a:solidFill>
          <a:ln>
            <a:solidFill>
              <a:schemeClr val="tx2"/>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5" name="Rechteck 24">
            <a:extLst>
              <a:ext uri="{FF2B5EF4-FFF2-40B4-BE49-F238E27FC236}">
                <a16:creationId xmlns:a16="http://schemas.microsoft.com/office/drawing/2014/main" id="{A4360485-5AD5-45A0-8411-A3D489ABFE51}"/>
              </a:ext>
            </a:extLst>
          </p:cNvPr>
          <p:cNvSpPr/>
          <p:nvPr/>
        </p:nvSpPr>
        <p:spPr>
          <a:xfrm>
            <a:off x="2517022" y="32208763"/>
            <a:ext cx="4238260" cy="5057495"/>
          </a:xfrm>
          <a:prstGeom prst="rect">
            <a:avLst/>
          </a:prstGeom>
          <a:solidFill>
            <a:schemeClr val="bg1">
              <a:lumMod val="95000"/>
            </a:schemeClr>
          </a:solidFill>
          <a:ln>
            <a:solidFill>
              <a:schemeClr val="tx2"/>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26" name="Inhaltsplatzhalter 136" descr="Monitor">
            <a:extLst>
              <a:ext uri="{FF2B5EF4-FFF2-40B4-BE49-F238E27FC236}">
                <a16:creationId xmlns:a16="http://schemas.microsoft.com/office/drawing/2014/main" id="{9178A32E-EB14-4D1F-A44A-7492BD9C0FFE}"/>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7987663" y="32431912"/>
            <a:ext cx="554739" cy="554739"/>
          </a:xfrm>
          <a:prstGeom prst="rect">
            <a:avLst/>
          </a:prstGeom>
        </p:spPr>
      </p:pic>
      <p:pic>
        <p:nvPicPr>
          <p:cNvPr id="27" name="table">
            <a:extLst>
              <a:ext uri="{FF2B5EF4-FFF2-40B4-BE49-F238E27FC236}">
                <a16:creationId xmlns:a16="http://schemas.microsoft.com/office/drawing/2014/main" id="{E92072A1-79D9-496B-A0A5-DA7D18AFA923}"/>
              </a:ext>
            </a:extLst>
          </p:cNvPr>
          <p:cNvPicPr>
            <a:picLocks noChangeAspect="1"/>
          </p:cNvPicPr>
          <p:nvPr/>
        </p:nvPicPr>
        <p:blipFill>
          <a:blip r:embed="rId10"/>
          <a:stretch>
            <a:fillRect/>
          </a:stretch>
        </p:blipFill>
        <p:spPr>
          <a:xfrm>
            <a:off x="3398665" y="32513728"/>
            <a:ext cx="2094180" cy="2094180"/>
          </a:xfrm>
          <a:prstGeom prst="rect">
            <a:avLst/>
          </a:prstGeom>
          <a:ln w="12700">
            <a:solidFill>
              <a:schemeClr val="tx1"/>
            </a:solidFill>
          </a:ln>
        </p:spPr>
      </p:pic>
      <p:pic>
        <p:nvPicPr>
          <p:cNvPr id="28" name="Grafik 27">
            <a:extLst>
              <a:ext uri="{FF2B5EF4-FFF2-40B4-BE49-F238E27FC236}">
                <a16:creationId xmlns:a16="http://schemas.microsoft.com/office/drawing/2014/main" id="{64F3509D-CAB5-4029-8EED-15D1CBB97DA1}"/>
              </a:ext>
            </a:extLst>
          </p:cNvPr>
          <p:cNvPicPr>
            <a:picLocks noChangeAspect="1"/>
          </p:cNvPicPr>
          <p:nvPr/>
        </p:nvPicPr>
        <p:blipFill>
          <a:blip r:embed="rId11">
            <a:clrChange>
              <a:clrFrom>
                <a:srgbClr val="FFFFFF"/>
              </a:clrFrom>
              <a:clrTo>
                <a:srgbClr val="FFFFFF">
                  <a:alpha val="0"/>
                </a:srgbClr>
              </a:clrTo>
            </a:clrChange>
          </a:blip>
          <a:stretch>
            <a:fillRect/>
          </a:stretch>
        </p:blipFill>
        <p:spPr>
          <a:xfrm>
            <a:off x="3422204" y="32563425"/>
            <a:ext cx="475877" cy="446780"/>
          </a:xfrm>
          <a:prstGeom prst="rect">
            <a:avLst/>
          </a:prstGeom>
        </p:spPr>
      </p:pic>
      <p:pic>
        <p:nvPicPr>
          <p:cNvPr id="29" name="Grafik 28">
            <a:extLst>
              <a:ext uri="{FF2B5EF4-FFF2-40B4-BE49-F238E27FC236}">
                <a16:creationId xmlns:a16="http://schemas.microsoft.com/office/drawing/2014/main" id="{D0AA1BC8-C554-422E-9B47-BA8B9D21C485}"/>
              </a:ext>
            </a:extLst>
          </p:cNvPr>
          <p:cNvPicPr>
            <a:picLocks noChangeAspect="1"/>
          </p:cNvPicPr>
          <p:nvPr/>
        </p:nvPicPr>
        <p:blipFill>
          <a:blip r:embed="rId12">
            <a:clrChange>
              <a:clrFrom>
                <a:srgbClr val="FFFFFF"/>
              </a:clrFrom>
              <a:clrTo>
                <a:srgbClr val="FFFFFF">
                  <a:alpha val="0"/>
                </a:srgbClr>
              </a:clrTo>
            </a:clrChange>
          </a:blip>
          <a:stretch>
            <a:fillRect/>
          </a:stretch>
        </p:blipFill>
        <p:spPr>
          <a:xfrm>
            <a:off x="3415068" y="33597470"/>
            <a:ext cx="495742" cy="412833"/>
          </a:xfrm>
          <a:prstGeom prst="rect">
            <a:avLst/>
          </a:prstGeom>
        </p:spPr>
      </p:pic>
      <p:pic>
        <p:nvPicPr>
          <p:cNvPr id="30" name="Grafik 29">
            <a:extLst>
              <a:ext uri="{FF2B5EF4-FFF2-40B4-BE49-F238E27FC236}">
                <a16:creationId xmlns:a16="http://schemas.microsoft.com/office/drawing/2014/main" id="{CBA35BCE-7DF9-4C07-9870-17C5F04EF059}"/>
              </a:ext>
            </a:extLst>
          </p:cNvPr>
          <p:cNvPicPr>
            <a:picLocks noChangeAspect="1"/>
          </p:cNvPicPr>
          <p:nvPr/>
        </p:nvPicPr>
        <p:blipFill rotWithShape="1">
          <a:blip r:embed="rId13">
            <a:clrChange>
              <a:clrFrom>
                <a:srgbClr val="FFFFFF"/>
              </a:clrFrom>
              <a:clrTo>
                <a:srgbClr val="FFFFFF">
                  <a:alpha val="0"/>
                </a:srgbClr>
              </a:clrTo>
            </a:clrChange>
          </a:blip>
          <a:srcRect r="20138"/>
          <a:stretch/>
        </p:blipFill>
        <p:spPr>
          <a:xfrm>
            <a:off x="4470533" y="33636219"/>
            <a:ext cx="430255" cy="323911"/>
          </a:xfrm>
          <a:prstGeom prst="rect">
            <a:avLst/>
          </a:prstGeom>
        </p:spPr>
      </p:pic>
      <p:pic>
        <p:nvPicPr>
          <p:cNvPr id="31" name="Grafik 30">
            <a:extLst>
              <a:ext uri="{FF2B5EF4-FFF2-40B4-BE49-F238E27FC236}">
                <a16:creationId xmlns:a16="http://schemas.microsoft.com/office/drawing/2014/main" id="{00BDC9B8-3128-4D72-8F07-9AACE33D2395}"/>
              </a:ext>
            </a:extLst>
          </p:cNvPr>
          <p:cNvPicPr>
            <a:picLocks noChangeAspect="1"/>
          </p:cNvPicPr>
          <p:nvPr/>
        </p:nvPicPr>
        <p:blipFill>
          <a:blip r:embed="rId14">
            <a:clrChange>
              <a:clrFrom>
                <a:srgbClr val="FFFFFF"/>
              </a:clrFrom>
              <a:clrTo>
                <a:srgbClr val="FFFFFF">
                  <a:alpha val="0"/>
                </a:srgbClr>
              </a:clrTo>
            </a:clrChange>
          </a:blip>
          <a:stretch>
            <a:fillRect/>
          </a:stretch>
        </p:blipFill>
        <p:spPr>
          <a:xfrm>
            <a:off x="4979480" y="32642907"/>
            <a:ext cx="476681" cy="219292"/>
          </a:xfrm>
          <a:prstGeom prst="rect">
            <a:avLst/>
          </a:prstGeom>
        </p:spPr>
      </p:pic>
      <p:pic>
        <p:nvPicPr>
          <p:cNvPr id="32" name="Grafik 31">
            <a:extLst>
              <a:ext uri="{FF2B5EF4-FFF2-40B4-BE49-F238E27FC236}">
                <a16:creationId xmlns:a16="http://schemas.microsoft.com/office/drawing/2014/main" id="{DCB754C9-2635-47D8-BBB7-C1024DB8E388}"/>
              </a:ext>
            </a:extLst>
          </p:cNvPr>
          <p:cNvPicPr>
            <a:picLocks noChangeAspect="1"/>
          </p:cNvPicPr>
          <p:nvPr/>
        </p:nvPicPr>
        <p:blipFill>
          <a:blip r:embed="rId15">
            <a:clrChange>
              <a:clrFrom>
                <a:srgbClr val="FFFFFF"/>
              </a:clrFrom>
              <a:clrTo>
                <a:srgbClr val="FFFFFF">
                  <a:alpha val="0"/>
                </a:srgbClr>
              </a:clrTo>
            </a:clrChange>
          </a:blip>
          <a:stretch>
            <a:fillRect/>
          </a:stretch>
        </p:blipFill>
        <p:spPr>
          <a:xfrm>
            <a:off x="3952467" y="34218699"/>
            <a:ext cx="444667" cy="197276"/>
          </a:xfrm>
          <a:prstGeom prst="rect">
            <a:avLst/>
          </a:prstGeom>
        </p:spPr>
      </p:pic>
      <p:pic>
        <p:nvPicPr>
          <p:cNvPr id="33" name="Grafik 32">
            <a:extLst>
              <a:ext uri="{FF2B5EF4-FFF2-40B4-BE49-F238E27FC236}">
                <a16:creationId xmlns:a16="http://schemas.microsoft.com/office/drawing/2014/main" id="{73639A19-FD7E-4178-89E8-DF3FBF49B2BF}"/>
              </a:ext>
            </a:extLst>
          </p:cNvPr>
          <p:cNvPicPr>
            <a:picLocks noChangeAspect="1"/>
          </p:cNvPicPr>
          <p:nvPr/>
        </p:nvPicPr>
        <p:blipFill>
          <a:blip r:embed="rId16">
            <a:clrChange>
              <a:clrFrom>
                <a:srgbClr val="FFFFFF"/>
              </a:clrFrom>
              <a:clrTo>
                <a:srgbClr val="FFFFFF">
                  <a:alpha val="0"/>
                </a:srgbClr>
              </a:clrTo>
            </a:clrChange>
          </a:blip>
          <a:stretch>
            <a:fillRect/>
          </a:stretch>
        </p:blipFill>
        <p:spPr>
          <a:xfrm>
            <a:off x="3963762" y="32649974"/>
            <a:ext cx="451989" cy="293560"/>
          </a:xfrm>
          <a:prstGeom prst="rect">
            <a:avLst/>
          </a:prstGeom>
        </p:spPr>
      </p:pic>
      <p:pic>
        <p:nvPicPr>
          <p:cNvPr id="34" name="table">
            <a:extLst>
              <a:ext uri="{FF2B5EF4-FFF2-40B4-BE49-F238E27FC236}">
                <a16:creationId xmlns:a16="http://schemas.microsoft.com/office/drawing/2014/main" id="{647406ED-0904-409B-AEA5-20129E22749E}"/>
              </a:ext>
            </a:extLst>
          </p:cNvPr>
          <p:cNvPicPr>
            <a:picLocks noChangeAspect="1"/>
          </p:cNvPicPr>
          <p:nvPr/>
        </p:nvPicPr>
        <p:blipFill>
          <a:blip r:embed="rId17"/>
          <a:stretch>
            <a:fillRect/>
          </a:stretch>
        </p:blipFill>
        <p:spPr>
          <a:xfrm>
            <a:off x="3398665" y="34835983"/>
            <a:ext cx="2094180" cy="2094180"/>
          </a:xfrm>
          <a:prstGeom prst="rect">
            <a:avLst/>
          </a:prstGeom>
          <a:ln w="12700">
            <a:solidFill>
              <a:schemeClr val="tx1"/>
            </a:solidFill>
          </a:ln>
        </p:spPr>
      </p:pic>
      <p:pic>
        <p:nvPicPr>
          <p:cNvPr id="35" name="Grafik 34">
            <a:extLst>
              <a:ext uri="{FF2B5EF4-FFF2-40B4-BE49-F238E27FC236}">
                <a16:creationId xmlns:a16="http://schemas.microsoft.com/office/drawing/2014/main" id="{6143C2E3-4532-45A4-BC29-CAA10C204ED6}"/>
              </a:ext>
            </a:extLst>
          </p:cNvPr>
          <p:cNvPicPr>
            <a:picLocks noChangeAspect="1"/>
          </p:cNvPicPr>
          <p:nvPr/>
        </p:nvPicPr>
        <p:blipFill>
          <a:blip r:embed="rId11">
            <a:clrChange>
              <a:clrFrom>
                <a:srgbClr val="FFFFFF"/>
              </a:clrFrom>
              <a:clrTo>
                <a:srgbClr val="FFFFFF">
                  <a:alpha val="0"/>
                </a:srgbClr>
              </a:clrTo>
            </a:clrChange>
          </a:blip>
          <a:stretch>
            <a:fillRect/>
          </a:stretch>
        </p:blipFill>
        <p:spPr>
          <a:xfrm>
            <a:off x="3422204" y="34885680"/>
            <a:ext cx="475877" cy="446780"/>
          </a:xfrm>
          <a:prstGeom prst="rect">
            <a:avLst/>
          </a:prstGeom>
        </p:spPr>
      </p:pic>
      <p:pic>
        <p:nvPicPr>
          <p:cNvPr id="36" name="Grafik 35">
            <a:extLst>
              <a:ext uri="{FF2B5EF4-FFF2-40B4-BE49-F238E27FC236}">
                <a16:creationId xmlns:a16="http://schemas.microsoft.com/office/drawing/2014/main" id="{55123E2A-99EA-421E-8D1B-486930B04116}"/>
              </a:ext>
            </a:extLst>
          </p:cNvPr>
          <p:cNvPicPr>
            <a:picLocks noChangeAspect="1"/>
          </p:cNvPicPr>
          <p:nvPr/>
        </p:nvPicPr>
        <p:blipFill>
          <a:blip r:embed="rId12">
            <a:clrChange>
              <a:clrFrom>
                <a:srgbClr val="FFFFFF"/>
              </a:clrFrom>
              <a:clrTo>
                <a:srgbClr val="FFFFFF">
                  <a:alpha val="0"/>
                </a:srgbClr>
              </a:clrTo>
            </a:clrChange>
          </a:blip>
          <a:stretch>
            <a:fillRect/>
          </a:stretch>
        </p:blipFill>
        <p:spPr>
          <a:xfrm>
            <a:off x="3415068" y="35919725"/>
            <a:ext cx="495742" cy="412833"/>
          </a:xfrm>
          <a:prstGeom prst="rect">
            <a:avLst/>
          </a:prstGeom>
        </p:spPr>
      </p:pic>
      <p:pic>
        <p:nvPicPr>
          <p:cNvPr id="37" name="Grafik 36">
            <a:extLst>
              <a:ext uri="{FF2B5EF4-FFF2-40B4-BE49-F238E27FC236}">
                <a16:creationId xmlns:a16="http://schemas.microsoft.com/office/drawing/2014/main" id="{0E960959-04AF-4D46-BCF8-E59584B4BDDB}"/>
              </a:ext>
            </a:extLst>
          </p:cNvPr>
          <p:cNvPicPr>
            <a:picLocks noChangeAspect="1"/>
          </p:cNvPicPr>
          <p:nvPr/>
        </p:nvPicPr>
        <p:blipFill rotWithShape="1">
          <a:blip r:embed="rId13">
            <a:clrChange>
              <a:clrFrom>
                <a:srgbClr val="FFFFFF"/>
              </a:clrFrom>
              <a:clrTo>
                <a:srgbClr val="FFFFFF">
                  <a:alpha val="0"/>
                </a:srgbClr>
              </a:clrTo>
            </a:clrChange>
          </a:blip>
          <a:srcRect r="20138"/>
          <a:stretch/>
        </p:blipFill>
        <p:spPr>
          <a:xfrm>
            <a:off x="4470533" y="35958474"/>
            <a:ext cx="430255" cy="323911"/>
          </a:xfrm>
          <a:prstGeom prst="rect">
            <a:avLst/>
          </a:prstGeom>
        </p:spPr>
      </p:pic>
      <p:pic>
        <p:nvPicPr>
          <p:cNvPr id="38" name="Grafik 37">
            <a:extLst>
              <a:ext uri="{FF2B5EF4-FFF2-40B4-BE49-F238E27FC236}">
                <a16:creationId xmlns:a16="http://schemas.microsoft.com/office/drawing/2014/main" id="{1AF7EC7E-F706-4A0B-A8D5-C08612200BB9}"/>
              </a:ext>
            </a:extLst>
          </p:cNvPr>
          <p:cNvPicPr>
            <a:picLocks noChangeAspect="1"/>
          </p:cNvPicPr>
          <p:nvPr/>
        </p:nvPicPr>
        <p:blipFill>
          <a:blip r:embed="rId14">
            <a:clrChange>
              <a:clrFrom>
                <a:srgbClr val="FFFFFF"/>
              </a:clrFrom>
              <a:clrTo>
                <a:srgbClr val="FFFFFF">
                  <a:alpha val="0"/>
                </a:srgbClr>
              </a:clrTo>
            </a:clrChange>
          </a:blip>
          <a:stretch>
            <a:fillRect/>
          </a:stretch>
        </p:blipFill>
        <p:spPr>
          <a:xfrm>
            <a:off x="4981097" y="34995720"/>
            <a:ext cx="462707" cy="212863"/>
          </a:xfrm>
          <a:prstGeom prst="rect">
            <a:avLst/>
          </a:prstGeom>
        </p:spPr>
      </p:pic>
      <p:pic>
        <p:nvPicPr>
          <p:cNvPr id="39" name="Grafik 38">
            <a:extLst>
              <a:ext uri="{FF2B5EF4-FFF2-40B4-BE49-F238E27FC236}">
                <a16:creationId xmlns:a16="http://schemas.microsoft.com/office/drawing/2014/main" id="{B3C659AD-F311-477B-9D80-89DAA3244C44}"/>
              </a:ext>
            </a:extLst>
          </p:cNvPr>
          <p:cNvPicPr>
            <a:picLocks noChangeAspect="1"/>
          </p:cNvPicPr>
          <p:nvPr/>
        </p:nvPicPr>
        <p:blipFill>
          <a:blip r:embed="rId15">
            <a:clrChange>
              <a:clrFrom>
                <a:srgbClr val="FFFFFF"/>
              </a:clrFrom>
              <a:clrTo>
                <a:srgbClr val="FFFFFF">
                  <a:alpha val="0"/>
                </a:srgbClr>
              </a:clrTo>
            </a:clrChange>
          </a:blip>
          <a:stretch>
            <a:fillRect/>
          </a:stretch>
        </p:blipFill>
        <p:spPr>
          <a:xfrm>
            <a:off x="3952467" y="36540954"/>
            <a:ext cx="444667" cy="197276"/>
          </a:xfrm>
          <a:prstGeom prst="rect">
            <a:avLst/>
          </a:prstGeom>
        </p:spPr>
      </p:pic>
      <p:pic>
        <p:nvPicPr>
          <p:cNvPr id="40" name="Inhaltsplatzhalter 136" descr="Monitor">
            <a:extLst>
              <a:ext uri="{FF2B5EF4-FFF2-40B4-BE49-F238E27FC236}">
                <a16:creationId xmlns:a16="http://schemas.microsoft.com/office/drawing/2014/main" id="{CB546CA0-9F47-40A8-A189-51F8AD33C8A1}"/>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5540700" y="32471039"/>
            <a:ext cx="554739" cy="554739"/>
          </a:xfrm>
          <a:prstGeom prst="rect">
            <a:avLst/>
          </a:prstGeom>
        </p:spPr>
      </p:pic>
      <p:pic>
        <p:nvPicPr>
          <p:cNvPr id="41" name="Grafik 40">
            <a:extLst>
              <a:ext uri="{FF2B5EF4-FFF2-40B4-BE49-F238E27FC236}">
                <a16:creationId xmlns:a16="http://schemas.microsoft.com/office/drawing/2014/main" id="{2502EAB7-AA94-4DBF-8E43-5AD5EB58C467}"/>
              </a:ext>
            </a:extLst>
          </p:cNvPr>
          <p:cNvPicPr>
            <a:picLocks noChangeAspect="1"/>
          </p:cNvPicPr>
          <p:nvPr/>
        </p:nvPicPr>
        <p:blipFill>
          <a:blip r:embed="rId16">
            <a:clrChange>
              <a:clrFrom>
                <a:srgbClr val="FFFFFF"/>
              </a:clrFrom>
              <a:clrTo>
                <a:srgbClr val="FFFFFF">
                  <a:alpha val="0"/>
                </a:srgbClr>
              </a:clrTo>
            </a:clrChange>
          </a:blip>
          <a:stretch>
            <a:fillRect/>
          </a:stretch>
        </p:blipFill>
        <p:spPr>
          <a:xfrm>
            <a:off x="3963762" y="34972229"/>
            <a:ext cx="451989" cy="293560"/>
          </a:xfrm>
          <a:prstGeom prst="rect">
            <a:avLst/>
          </a:prstGeom>
        </p:spPr>
      </p:pic>
      <p:pic>
        <p:nvPicPr>
          <p:cNvPr id="42" name="Grafik 41" descr="Benutzer">
            <a:extLst>
              <a:ext uri="{FF2B5EF4-FFF2-40B4-BE49-F238E27FC236}">
                <a16:creationId xmlns:a16="http://schemas.microsoft.com/office/drawing/2014/main" id="{115E5B72-9F85-4330-BBC2-CCFFDE1F5D40}"/>
              </a:ext>
            </a:extLst>
          </p:cNvPr>
          <p:cNvPicPr>
            <a:picLocks noChangeAspect="1"/>
          </p:cNvPicPr>
          <p:nvPr/>
        </p:nvPicPr>
        <p:blipFill>
          <a:blip r:embed="rId18">
            <a:extLst>
              <a:ext uri="{28A0092B-C50C-407E-A947-70E740481C1C}">
                <a14:useLocalDpi xmlns:a14="http://schemas.microsoft.com/office/drawing/2010/main" val="0"/>
              </a:ext>
              <a:ext uri="{96DAC541-7B7A-43D3-8B79-37D633B846F1}">
                <asvg:svgBlip xmlns:asvg="http://schemas.microsoft.com/office/drawing/2016/SVG/main" r:embed="rId19"/>
              </a:ext>
            </a:extLst>
          </a:blip>
          <a:stretch>
            <a:fillRect/>
          </a:stretch>
        </p:blipFill>
        <p:spPr>
          <a:xfrm>
            <a:off x="5698868" y="32419844"/>
            <a:ext cx="731766" cy="731766"/>
          </a:xfrm>
          <a:prstGeom prst="rect">
            <a:avLst/>
          </a:prstGeom>
        </p:spPr>
      </p:pic>
      <p:sp>
        <p:nvSpPr>
          <p:cNvPr id="43" name="Sprechblase: rechteckig mit abgerundeten Ecken 42">
            <a:extLst>
              <a:ext uri="{FF2B5EF4-FFF2-40B4-BE49-F238E27FC236}">
                <a16:creationId xmlns:a16="http://schemas.microsoft.com/office/drawing/2014/main" id="{8B9FDDEE-5027-41B2-B85F-66564704C2B0}"/>
              </a:ext>
            </a:extLst>
          </p:cNvPr>
          <p:cNvSpPr/>
          <p:nvPr/>
        </p:nvSpPr>
        <p:spPr>
          <a:xfrm>
            <a:off x="5692650" y="33186616"/>
            <a:ext cx="787444" cy="371794"/>
          </a:xfrm>
          <a:prstGeom prst="wedgeRoundRectCallout">
            <a:avLst>
              <a:gd name="adj1" fmla="val 2399"/>
              <a:gd name="adj2" fmla="val -62253"/>
              <a:gd name="adj3" fmla="val 16667"/>
            </a:avLst>
          </a:prstGeom>
        </p:spPr>
        <p:style>
          <a:lnRef idx="2">
            <a:schemeClr val="dk1"/>
          </a:lnRef>
          <a:fillRef idx="1">
            <a:schemeClr val="lt1"/>
          </a:fillRef>
          <a:effectRef idx="0">
            <a:schemeClr val="dk1"/>
          </a:effectRef>
          <a:fontRef idx="minor">
            <a:schemeClr val="dk1"/>
          </a:fontRef>
        </p:style>
        <p:txBody>
          <a:bodyPr rtlCol="0" anchor="ctr"/>
          <a:lstStyle>
            <a:defPPr>
              <a:defRPr lang="de-DE"/>
            </a:defPPr>
            <a:lvl1pPr algn="l" rtl="0" eaLnBrk="0" fontAlgn="base" hangingPunct="0">
              <a:spcBef>
                <a:spcPct val="0"/>
              </a:spcBef>
              <a:spcAft>
                <a:spcPct val="0"/>
              </a:spcAft>
              <a:defRPr kern="1200">
                <a:solidFill>
                  <a:schemeClr val="dk1"/>
                </a:solidFill>
                <a:latin typeface="+mn-lt"/>
                <a:ea typeface="+mn-ea"/>
                <a:cs typeface="+mn-cs"/>
              </a:defRPr>
            </a:lvl1pPr>
            <a:lvl2pPr marL="457200" algn="l" rtl="0" eaLnBrk="0" fontAlgn="base" hangingPunct="0">
              <a:spcBef>
                <a:spcPct val="0"/>
              </a:spcBef>
              <a:spcAft>
                <a:spcPct val="0"/>
              </a:spcAft>
              <a:defRPr kern="1200">
                <a:solidFill>
                  <a:schemeClr val="dk1"/>
                </a:solidFill>
                <a:latin typeface="+mn-lt"/>
                <a:ea typeface="+mn-ea"/>
                <a:cs typeface="+mn-cs"/>
              </a:defRPr>
            </a:lvl2pPr>
            <a:lvl3pPr marL="914400" algn="l" rtl="0" eaLnBrk="0" fontAlgn="base" hangingPunct="0">
              <a:spcBef>
                <a:spcPct val="0"/>
              </a:spcBef>
              <a:spcAft>
                <a:spcPct val="0"/>
              </a:spcAft>
              <a:defRPr kern="1200">
                <a:solidFill>
                  <a:schemeClr val="dk1"/>
                </a:solidFill>
                <a:latin typeface="+mn-lt"/>
                <a:ea typeface="+mn-ea"/>
                <a:cs typeface="+mn-cs"/>
              </a:defRPr>
            </a:lvl3pPr>
            <a:lvl4pPr marL="1371600" algn="l" rtl="0" eaLnBrk="0" fontAlgn="base" hangingPunct="0">
              <a:spcBef>
                <a:spcPct val="0"/>
              </a:spcBef>
              <a:spcAft>
                <a:spcPct val="0"/>
              </a:spcAft>
              <a:defRPr kern="1200">
                <a:solidFill>
                  <a:schemeClr val="dk1"/>
                </a:solidFill>
                <a:latin typeface="+mn-lt"/>
                <a:ea typeface="+mn-ea"/>
                <a:cs typeface="+mn-cs"/>
              </a:defRPr>
            </a:lvl4pPr>
            <a:lvl5pPr marL="1828800" algn="l" rtl="0" eaLnBrk="0" fontAlgn="base" hangingPunct="0">
              <a:spcBef>
                <a:spcPct val="0"/>
              </a:spcBef>
              <a:spcAft>
                <a:spcPct val="0"/>
              </a:spcAft>
              <a:defRPr kern="1200">
                <a:solidFill>
                  <a:schemeClr val="dk1"/>
                </a:solidFill>
                <a:latin typeface="+mn-lt"/>
                <a:ea typeface="+mn-ea"/>
                <a:cs typeface="+mn-cs"/>
              </a:defRPr>
            </a:lvl5pPr>
            <a:lvl6pPr marL="2286000" algn="l" defTabSz="914400" rtl="0" eaLnBrk="1" latinLnBrk="0" hangingPunct="1">
              <a:defRPr kern="1200">
                <a:solidFill>
                  <a:schemeClr val="dk1"/>
                </a:solidFill>
                <a:latin typeface="+mn-lt"/>
                <a:ea typeface="+mn-ea"/>
                <a:cs typeface="+mn-cs"/>
              </a:defRPr>
            </a:lvl6pPr>
            <a:lvl7pPr marL="2743200" algn="l" defTabSz="914400" rtl="0" eaLnBrk="1" latinLnBrk="0" hangingPunct="1">
              <a:defRPr kern="1200">
                <a:solidFill>
                  <a:schemeClr val="dk1"/>
                </a:solidFill>
                <a:latin typeface="+mn-lt"/>
                <a:ea typeface="+mn-ea"/>
                <a:cs typeface="+mn-cs"/>
              </a:defRPr>
            </a:lvl7pPr>
            <a:lvl8pPr marL="3200400" algn="l" defTabSz="914400" rtl="0" eaLnBrk="1" latinLnBrk="0" hangingPunct="1">
              <a:defRPr kern="1200">
                <a:solidFill>
                  <a:schemeClr val="dk1"/>
                </a:solidFill>
                <a:latin typeface="+mn-lt"/>
                <a:ea typeface="+mn-ea"/>
                <a:cs typeface="+mn-cs"/>
              </a:defRPr>
            </a:lvl8pPr>
            <a:lvl9pPr marL="3657600" algn="l" defTabSz="914400" rtl="0" eaLnBrk="1" latinLnBrk="0" hangingPunct="1">
              <a:defRPr kern="1200">
                <a:solidFill>
                  <a:schemeClr val="dk1"/>
                </a:solidFill>
                <a:latin typeface="+mn-lt"/>
                <a:ea typeface="+mn-ea"/>
                <a:cs typeface="+mn-cs"/>
              </a:defRPr>
            </a:lvl9pPr>
          </a:lstStyle>
          <a:p>
            <a:pPr algn="ctr"/>
            <a:endParaRPr lang="en-US" dirty="0"/>
          </a:p>
        </p:txBody>
      </p:sp>
      <p:pic>
        <p:nvPicPr>
          <p:cNvPr id="44" name="Grafik 43">
            <a:extLst>
              <a:ext uri="{FF2B5EF4-FFF2-40B4-BE49-F238E27FC236}">
                <a16:creationId xmlns:a16="http://schemas.microsoft.com/office/drawing/2014/main" id="{B42DF0E1-450D-471F-BFEC-0954E8BE3900}"/>
              </a:ext>
            </a:extLst>
          </p:cNvPr>
          <p:cNvPicPr>
            <a:picLocks noChangeAspect="1"/>
          </p:cNvPicPr>
          <p:nvPr/>
        </p:nvPicPr>
        <p:blipFill>
          <a:blip r:embed="rId11"/>
          <a:stretch>
            <a:fillRect/>
          </a:stretch>
        </p:blipFill>
        <p:spPr>
          <a:xfrm>
            <a:off x="5923088" y="33210295"/>
            <a:ext cx="350408" cy="328982"/>
          </a:xfrm>
          <a:prstGeom prst="rect">
            <a:avLst/>
          </a:prstGeom>
        </p:spPr>
      </p:pic>
      <p:sp>
        <p:nvSpPr>
          <p:cNvPr id="45" name="Sprechblase: rechteckig mit abgerundeten Ecken 44">
            <a:extLst>
              <a:ext uri="{FF2B5EF4-FFF2-40B4-BE49-F238E27FC236}">
                <a16:creationId xmlns:a16="http://schemas.microsoft.com/office/drawing/2014/main" id="{6D2E3D5A-98B3-498E-9829-D0D1B99F9765}"/>
              </a:ext>
            </a:extLst>
          </p:cNvPr>
          <p:cNvSpPr/>
          <p:nvPr/>
        </p:nvSpPr>
        <p:spPr>
          <a:xfrm>
            <a:off x="5694796" y="33664006"/>
            <a:ext cx="787444" cy="371794"/>
          </a:xfrm>
          <a:prstGeom prst="wedgeRoundRectCallout">
            <a:avLst>
              <a:gd name="adj1" fmla="val 2399"/>
              <a:gd name="adj2" fmla="val -62253"/>
              <a:gd name="adj3" fmla="val 16667"/>
            </a:avLst>
          </a:prstGeom>
        </p:spPr>
        <p:style>
          <a:lnRef idx="2">
            <a:schemeClr val="dk1"/>
          </a:lnRef>
          <a:fillRef idx="1">
            <a:schemeClr val="lt1"/>
          </a:fillRef>
          <a:effectRef idx="0">
            <a:schemeClr val="dk1"/>
          </a:effectRef>
          <a:fontRef idx="minor">
            <a:schemeClr val="dk1"/>
          </a:fontRef>
        </p:style>
        <p:txBody>
          <a:bodyPr rtlCol="0" anchor="ctr"/>
          <a:lstStyle>
            <a:defPPr>
              <a:defRPr lang="de-DE"/>
            </a:defPPr>
            <a:lvl1pPr algn="l" rtl="0" eaLnBrk="0" fontAlgn="base" hangingPunct="0">
              <a:spcBef>
                <a:spcPct val="0"/>
              </a:spcBef>
              <a:spcAft>
                <a:spcPct val="0"/>
              </a:spcAft>
              <a:defRPr kern="1200">
                <a:solidFill>
                  <a:schemeClr val="dk1"/>
                </a:solidFill>
                <a:latin typeface="+mn-lt"/>
                <a:ea typeface="+mn-ea"/>
                <a:cs typeface="+mn-cs"/>
              </a:defRPr>
            </a:lvl1pPr>
            <a:lvl2pPr marL="457200" algn="l" rtl="0" eaLnBrk="0" fontAlgn="base" hangingPunct="0">
              <a:spcBef>
                <a:spcPct val="0"/>
              </a:spcBef>
              <a:spcAft>
                <a:spcPct val="0"/>
              </a:spcAft>
              <a:defRPr kern="1200">
                <a:solidFill>
                  <a:schemeClr val="dk1"/>
                </a:solidFill>
                <a:latin typeface="+mn-lt"/>
                <a:ea typeface="+mn-ea"/>
                <a:cs typeface="+mn-cs"/>
              </a:defRPr>
            </a:lvl2pPr>
            <a:lvl3pPr marL="914400" algn="l" rtl="0" eaLnBrk="0" fontAlgn="base" hangingPunct="0">
              <a:spcBef>
                <a:spcPct val="0"/>
              </a:spcBef>
              <a:spcAft>
                <a:spcPct val="0"/>
              </a:spcAft>
              <a:defRPr kern="1200">
                <a:solidFill>
                  <a:schemeClr val="dk1"/>
                </a:solidFill>
                <a:latin typeface="+mn-lt"/>
                <a:ea typeface="+mn-ea"/>
                <a:cs typeface="+mn-cs"/>
              </a:defRPr>
            </a:lvl3pPr>
            <a:lvl4pPr marL="1371600" algn="l" rtl="0" eaLnBrk="0" fontAlgn="base" hangingPunct="0">
              <a:spcBef>
                <a:spcPct val="0"/>
              </a:spcBef>
              <a:spcAft>
                <a:spcPct val="0"/>
              </a:spcAft>
              <a:defRPr kern="1200">
                <a:solidFill>
                  <a:schemeClr val="dk1"/>
                </a:solidFill>
                <a:latin typeface="+mn-lt"/>
                <a:ea typeface="+mn-ea"/>
                <a:cs typeface="+mn-cs"/>
              </a:defRPr>
            </a:lvl4pPr>
            <a:lvl5pPr marL="1828800" algn="l" rtl="0" eaLnBrk="0" fontAlgn="base" hangingPunct="0">
              <a:spcBef>
                <a:spcPct val="0"/>
              </a:spcBef>
              <a:spcAft>
                <a:spcPct val="0"/>
              </a:spcAft>
              <a:defRPr kern="1200">
                <a:solidFill>
                  <a:schemeClr val="dk1"/>
                </a:solidFill>
                <a:latin typeface="+mn-lt"/>
                <a:ea typeface="+mn-ea"/>
                <a:cs typeface="+mn-cs"/>
              </a:defRPr>
            </a:lvl5pPr>
            <a:lvl6pPr marL="2286000" algn="l" defTabSz="914400" rtl="0" eaLnBrk="1" latinLnBrk="0" hangingPunct="1">
              <a:defRPr kern="1200">
                <a:solidFill>
                  <a:schemeClr val="dk1"/>
                </a:solidFill>
                <a:latin typeface="+mn-lt"/>
                <a:ea typeface="+mn-ea"/>
                <a:cs typeface="+mn-cs"/>
              </a:defRPr>
            </a:lvl6pPr>
            <a:lvl7pPr marL="2743200" algn="l" defTabSz="914400" rtl="0" eaLnBrk="1" latinLnBrk="0" hangingPunct="1">
              <a:defRPr kern="1200">
                <a:solidFill>
                  <a:schemeClr val="dk1"/>
                </a:solidFill>
                <a:latin typeface="+mn-lt"/>
                <a:ea typeface="+mn-ea"/>
                <a:cs typeface="+mn-cs"/>
              </a:defRPr>
            </a:lvl7pPr>
            <a:lvl8pPr marL="3200400" algn="l" defTabSz="914400" rtl="0" eaLnBrk="1" latinLnBrk="0" hangingPunct="1">
              <a:defRPr kern="1200">
                <a:solidFill>
                  <a:schemeClr val="dk1"/>
                </a:solidFill>
                <a:latin typeface="+mn-lt"/>
                <a:ea typeface="+mn-ea"/>
                <a:cs typeface="+mn-cs"/>
              </a:defRPr>
            </a:lvl8pPr>
            <a:lvl9pPr marL="3657600" algn="l" defTabSz="914400" rtl="0" eaLnBrk="1" latinLnBrk="0" hangingPunct="1">
              <a:defRPr kern="1200">
                <a:solidFill>
                  <a:schemeClr val="dk1"/>
                </a:solidFill>
                <a:latin typeface="+mn-lt"/>
                <a:ea typeface="+mn-ea"/>
                <a:cs typeface="+mn-cs"/>
              </a:defRPr>
            </a:lvl9pPr>
          </a:lstStyle>
          <a:p>
            <a:pPr algn="ctr"/>
            <a:endParaRPr lang="en-US" dirty="0"/>
          </a:p>
        </p:txBody>
      </p:sp>
      <p:pic>
        <p:nvPicPr>
          <p:cNvPr id="46" name="Grafik 45">
            <a:extLst>
              <a:ext uri="{FF2B5EF4-FFF2-40B4-BE49-F238E27FC236}">
                <a16:creationId xmlns:a16="http://schemas.microsoft.com/office/drawing/2014/main" id="{4B76CC5D-87B2-4B03-9A9B-224C3A3C49BC}"/>
              </a:ext>
            </a:extLst>
          </p:cNvPr>
          <p:cNvPicPr>
            <a:picLocks noChangeAspect="1"/>
          </p:cNvPicPr>
          <p:nvPr/>
        </p:nvPicPr>
        <p:blipFill rotWithShape="1">
          <a:blip r:embed="rId13"/>
          <a:srcRect r="20138"/>
          <a:stretch/>
        </p:blipFill>
        <p:spPr>
          <a:xfrm>
            <a:off x="5930472" y="33706857"/>
            <a:ext cx="316815" cy="238509"/>
          </a:xfrm>
          <a:prstGeom prst="rect">
            <a:avLst/>
          </a:prstGeom>
        </p:spPr>
      </p:pic>
      <p:sp>
        <p:nvSpPr>
          <p:cNvPr id="47" name="Textfeld 49">
            <a:extLst>
              <a:ext uri="{FF2B5EF4-FFF2-40B4-BE49-F238E27FC236}">
                <a16:creationId xmlns:a16="http://schemas.microsoft.com/office/drawing/2014/main" id="{63047760-7488-4A44-8C8A-9A2D2F9AF5DD}"/>
              </a:ext>
            </a:extLst>
          </p:cNvPr>
          <p:cNvSpPr txBox="1"/>
          <p:nvPr/>
        </p:nvSpPr>
        <p:spPr>
          <a:xfrm>
            <a:off x="5916851" y="32766667"/>
            <a:ext cx="332818" cy="307777"/>
          </a:xfrm>
          <a:prstGeom prst="rect">
            <a:avLst/>
          </a:prstGeom>
          <a:noFill/>
        </p:spPr>
        <p:txBody>
          <a:bodyPr wrap="square" rtlCol="0">
            <a:spAutoFit/>
          </a:bodyPr>
          <a:lstStyle>
            <a:defPPr>
              <a:defRPr lang="de-DE"/>
            </a:defPPr>
            <a:lvl1pPr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5pPr>
            <a:lvl6pPr marL="2286000" algn="l" defTabSz="9144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6pPr>
            <a:lvl7pPr marL="2743200" algn="l" defTabSz="9144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7pPr>
            <a:lvl8pPr marL="3200400" algn="l" defTabSz="9144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8pPr>
            <a:lvl9pPr marL="3657600" algn="l" defTabSz="9144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9pPr>
          </a:lstStyle>
          <a:p>
            <a:r>
              <a:rPr lang="en-US" sz="1400" b="1" dirty="0">
                <a:solidFill>
                  <a:schemeClr val="bg1"/>
                </a:solidFill>
              </a:rPr>
              <a:t>A</a:t>
            </a:r>
          </a:p>
        </p:txBody>
      </p:sp>
      <p:sp>
        <p:nvSpPr>
          <p:cNvPr id="48" name="Sprechblase: rechteckig mit abgerundeten Ecken 47">
            <a:extLst>
              <a:ext uri="{FF2B5EF4-FFF2-40B4-BE49-F238E27FC236}">
                <a16:creationId xmlns:a16="http://schemas.microsoft.com/office/drawing/2014/main" id="{C81D3964-F22F-44EC-BAFD-34EC78C5C2E2}"/>
              </a:ext>
            </a:extLst>
          </p:cNvPr>
          <p:cNvSpPr/>
          <p:nvPr/>
        </p:nvSpPr>
        <p:spPr>
          <a:xfrm>
            <a:off x="5672494" y="35980765"/>
            <a:ext cx="794439" cy="375097"/>
          </a:xfrm>
          <a:prstGeom prst="wedgeRoundRectCallout">
            <a:avLst>
              <a:gd name="adj1" fmla="val 2399"/>
              <a:gd name="adj2" fmla="val -62253"/>
              <a:gd name="adj3" fmla="val 16667"/>
            </a:avLst>
          </a:prstGeom>
        </p:spPr>
        <p:style>
          <a:lnRef idx="2">
            <a:schemeClr val="dk1"/>
          </a:lnRef>
          <a:fillRef idx="1">
            <a:schemeClr val="lt1"/>
          </a:fillRef>
          <a:effectRef idx="0">
            <a:schemeClr val="dk1"/>
          </a:effectRef>
          <a:fontRef idx="minor">
            <a:schemeClr val="dk1"/>
          </a:fontRef>
        </p:style>
        <p:txBody>
          <a:bodyPr rtlCol="0" anchor="ctr"/>
          <a:lstStyle>
            <a:defPPr>
              <a:defRPr lang="de-DE"/>
            </a:defPPr>
            <a:lvl1pPr algn="l" rtl="0" eaLnBrk="0" fontAlgn="base" hangingPunct="0">
              <a:spcBef>
                <a:spcPct val="0"/>
              </a:spcBef>
              <a:spcAft>
                <a:spcPct val="0"/>
              </a:spcAft>
              <a:defRPr kern="1200">
                <a:solidFill>
                  <a:schemeClr val="dk1"/>
                </a:solidFill>
                <a:latin typeface="+mn-lt"/>
                <a:ea typeface="+mn-ea"/>
                <a:cs typeface="+mn-cs"/>
              </a:defRPr>
            </a:lvl1pPr>
            <a:lvl2pPr marL="457200" algn="l" rtl="0" eaLnBrk="0" fontAlgn="base" hangingPunct="0">
              <a:spcBef>
                <a:spcPct val="0"/>
              </a:spcBef>
              <a:spcAft>
                <a:spcPct val="0"/>
              </a:spcAft>
              <a:defRPr kern="1200">
                <a:solidFill>
                  <a:schemeClr val="dk1"/>
                </a:solidFill>
                <a:latin typeface="+mn-lt"/>
                <a:ea typeface="+mn-ea"/>
                <a:cs typeface="+mn-cs"/>
              </a:defRPr>
            </a:lvl2pPr>
            <a:lvl3pPr marL="914400" algn="l" rtl="0" eaLnBrk="0" fontAlgn="base" hangingPunct="0">
              <a:spcBef>
                <a:spcPct val="0"/>
              </a:spcBef>
              <a:spcAft>
                <a:spcPct val="0"/>
              </a:spcAft>
              <a:defRPr kern="1200">
                <a:solidFill>
                  <a:schemeClr val="dk1"/>
                </a:solidFill>
                <a:latin typeface="+mn-lt"/>
                <a:ea typeface="+mn-ea"/>
                <a:cs typeface="+mn-cs"/>
              </a:defRPr>
            </a:lvl3pPr>
            <a:lvl4pPr marL="1371600" algn="l" rtl="0" eaLnBrk="0" fontAlgn="base" hangingPunct="0">
              <a:spcBef>
                <a:spcPct val="0"/>
              </a:spcBef>
              <a:spcAft>
                <a:spcPct val="0"/>
              </a:spcAft>
              <a:defRPr kern="1200">
                <a:solidFill>
                  <a:schemeClr val="dk1"/>
                </a:solidFill>
                <a:latin typeface="+mn-lt"/>
                <a:ea typeface="+mn-ea"/>
                <a:cs typeface="+mn-cs"/>
              </a:defRPr>
            </a:lvl4pPr>
            <a:lvl5pPr marL="1828800" algn="l" rtl="0" eaLnBrk="0" fontAlgn="base" hangingPunct="0">
              <a:spcBef>
                <a:spcPct val="0"/>
              </a:spcBef>
              <a:spcAft>
                <a:spcPct val="0"/>
              </a:spcAft>
              <a:defRPr kern="1200">
                <a:solidFill>
                  <a:schemeClr val="dk1"/>
                </a:solidFill>
                <a:latin typeface="+mn-lt"/>
                <a:ea typeface="+mn-ea"/>
                <a:cs typeface="+mn-cs"/>
              </a:defRPr>
            </a:lvl5pPr>
            <a:lvl6pPr marL="2286000" algn="l" defTabSz="914400" rtl="0" eaLnBrk="1" latinLnBrk="0" hangingPunct="1">
              <a:defRPr kern="1200">
                <a:solidFill>
                  <a:schemeClr val="dk1"/>
                </a:solidFill>
                <a:latin typeface="+mn-lt"/>
                <a:ea typeface="+mn-ea"/>
                <a:cs typeface="+mn-cs"/>
              </a:defRPr>
            </a:lvl6pPr>
            <a:lvl7pPr marL="2743200" algn="l" defTabSz="914400" rtl="0" eaLnBrk="1" latinLnBrk="0" hangingPunct="1">
              <a:defRPr kern="1200">
                <a:solidFill>
                  <a:schemeClr val="dk1"/>
                </a:solidFill>
                <a:latin typeface="+mn-lt"/>
                <a:ea typeface="+mn-ea"/>
                <a:cs typeface="+mn-cs"/>
              </a:defRPr>
            </a:lvl7pPr>
            <a:lvl8pPr marL="3200400" algn="l" defTabSz="914400" rtl="0" eaLnBrk="1" latinLnBrk="0" hangingPunct="1">
              <a:defRPr kern="1200">
                <a:solidFill>
                  <a:schemeClr val="dk1"/>
                </a:solidFill>
                <a:latin typeface="+mn-lt"/>
                <a:ea typeface="+mn-ea"/>
                <a:cs typeface="+mn-cs"/>
              </a:defRPr>
            </a:lvl8pPr>
            <a:lvl9pPr marL="3657600" algn="l" defTabSz="914400" rtl="0" eaLnBrk="1" latinLnBrk="0" hangingPunct="1">
              <a:defRPr kern="1200">
                <a:solidFill>
                  <a:schemeClr val="dk1"/>
                </a:solidFill>
                <a:latin typeface="+mn-lt"/>
                <a:ea typeface="+mn-ea"/>
                <a:cs typeface="+mn-cs"/>
              </a:defRPr>
            </a:lvl9pPr>
          </a:lstStyle>
          <a:p>
            <a:pPr algn="ctr"/>
            <a:endParaRPr lang="en-US" dirty="0"/>
          </a:p>
        </p:txBody>
      </p:sp>
      <p:sp>
        <p:nvSpPr>
          <p:cNvPr id="49" name="Sprechblase: rechteckig mit abgerundeten Ecken 48">
            <a:extLst>
              <a:ext uri="{FF2B5EF4-FFF2-40B4-BE49-F238E27FC236}">
                <a16:creationId xmlns:a16="http://schemas.microsoft.com/office/drawing/2014/main" id="{5D682D35-48BE-42C2-9392-BBF508B2CBD2}"/>
              </a:ext>
            </a:extLst>
          </p:cNvPr>
          <p:cNvSpPr/>
          <p:nvPr/>
        </p:nvSpPr>
        <p:spPr>
          <a:xfrm>
            <a:off x="5672494" y="36461714"/>
            <a:ext cx="794439" cy="375097"/>
          </a:xfrm>
          <a:prstGeom prst="wedgeRoundRectCallout">
            <a:avLst>
              <a:gd name="adj1" fmla="val 2399"/>
              <a:gd name="adj2" fmla="val -62253"/>
              <a:gd name="adj3" fmla="val 16667"/>
            </a:avLst>
          </a:prstGeom>
        </p:spPr>
        <p:style>
          <a:lnRef idx="2">
            <a:schemeClr val="dk1"/>
          </a:lnRef>
          <a:fillRef idx="1">
            <a:schemeClr val="lt1"/>
          </a:fillRef>
          <a:effectRef idx="0">
            <a:schemeClr val="dk1"/>
          </a:effectRef>
          <a:fontRef idx="minor">
            <a:schemeClr val="dk1"/>
          </a:fontRef>
        </p:style>
        <p:txBody>
          <a:bodyPr rtlCol="0" anchor="ctr"/>
          <a:lstStyle>
            <a:defPPr>
              <a:defRPr lang="de-DE"/>
            </a:defPPr>
            <a:lvl1pPr algn="l" rtl="0" eaLnBrk="0" fontAlgn="base" hangingPunct="0">
              <a:spcBef>
                <a:spcPct val="0"/>
              </a:spcBef>
              <a:spcAft>
                <a:spcPct val="0"/>
              </a:spcAft>
              <a:defRPr kern="1200">
                <a:solidFill>
                  <a:schemeClr val="dk1"/>
                </a:solidFill>
                <a:latin typeface="+mn-lt"/>
                <a:ea typeface="+mn-ea"/>
                <a:cs typeface="+mn-cs"/>
              </a:defRPr>
            </a:lvl1pPr>
            <a:lvl2pPr marL="457200" algn="l" rtl="0" eaLnBrk="0" fontAlgn="base" hangingPunct="0">
              <a:spcBef>
                <a:spcPct val="0"/>
              </a:spcBef>
              <a:spcAft>
                <a:spcPct val="0"/>
              </a:spcAft>
              <a:defRPr kern="1200">
                <a:solidFill>
                  <a:schemeClr val="dk1"/>
                </a:solidFill>
                <a:latin typeface="+mn-lt"/>
                <a:ea typeface="+mn-ea"/>
                <a:cs typeface="+mn-cs"/>
              </a:defRPr>
            </a:lvl2pPr>
            <a:lvl3pPr marL="914400" algn="l" rtl="0" eaLnBrk="0" fontAlgn="base" hangingPunct="0">
              <a:spcBef>
                <a:spcPct val="0"/>
              </a:spcBef>
              <a:spcAft>
                <a:spcPct val="0"/>
              </a:spcAft>
              <a:defRPr kern="1200">
                <a:solidFill>
                  <a:schemeClr val="dk1"/>
                </a:solidFill>
                <a:latin typeface="+mn-lt"/>
                <a:ea typeface="+mn-ea"/>
                <a:cs typeface="+mn-cs"/>
              </a:defRPr>
            </a:lvl3pPr>
            <a:lvl4pPr marL="1371600" algn="l" rtl="0" eaLnBrk="0" fontAlgn="base" hangingPunct="0">
              <a:spcBef>
                <a:spcPct val="0"/>
              </a:spcBef>
              <a:spcAft>
                <a:spcPct val="0"/>
              </a:spcAft>
              <a:defRPr kern="1200">
                <a:solidFill>
                  <a:schemeClr val="dk1"/>
                </a:solidFill>
                <a:latin typeface="+mn-lt"/>
                <a:ea typeface="+mn-ea"/>
                <a:cs typeface="+mn-cs"/>
              </a:defRPr>
            </a:lvl4pPr>
            <a:lvl5pPr marL="1828800" algn="l" rtl="0" eaLnBrk="0" fontAlgn="base" hangingPunct="0">
              <a:spcBef>
                <a:spcPct val="0"/>
              </a:spcBef>
              <a:spcAft>
                <a:spcPct val="0"/>
              </a:spcAft>
              <a:defRPr kern="1200">
                <a:solidFill>
                  <a:schemeClr val="dk1"/>
                </a:solidFill>
                <a:latin typeface="+mn-lt"/>
                <a:ea typeface="+mn-ea"/>
                <a:cs typeface="+mn-cs"/>
              </a:defRPr>
            </a:lvl5pPr>
            <a:lvl6pPr marL="2286000" algn="l" defTabSz="914400" rtl="0" eaLnBrk="1" latinLnBrk="0" hangingPunct="1">
              <a:defRPr kern="1200">
                <a:solidFill>
                  <a:schemeClr val="dk1"/>
                </a:solidFill>
                <a:latin typeface="+mn-lt"/>
                <a:ea typeface="+mn-ea"/>
                <a:cs typeface="+mn-cs"/>
              </a:defRPr>
            </a:lvl6pPr>
            <a:lvl7pPr marL="2743200" algn="l" defTabSz="914400" rtl="0" eaLnBrk="1" latinLnBrk="0" hangingPunct="1">
              <a:defRPr kern="1200">
                <a:solidFill>
                  <a:schemeClr val="dk1"/>
                </a:solidFill>
                <a:latin typeface="+mn-lt"/>
                <a:ea typeface="+mn-ea"/>
                <a:cs typeface="+mn-cs"/>
              </a:defRPr>
            </a:lvl7pPr>
            <a:lvl8pPr marL="3200400" algn="l" defTabSz="914400" rtl="0" eaLnBrk="1" latinLnBrk="0" hangingPunct="1">
              <a:defRPr kern="1200">
                <a:solidFill>
                  <a:schemeClr val="dk1"/>
                </a:solidFill>
                <a:latin typeface="+mn-lt"/>
                <a:ea typeface="+mn-ea"/>
                <a:cs typeface="+mn-cs"/>
              </a:defRPr>
            </a:lvl8pPr>
            <a:lvl9pPr marL="3657600" algn="l" defTabSz="914400" rtl="0" eaLnBrk="1" latinLnBrk="0" hangingPunct="1">
              <a:defRPr kern="1200">
                <a:solidFill>
                  <a:schemeClr val="dk1"/>
                </a:solidFill>
                <a:latin typeface="+mn-lt"/>
                <a:ea typeface="+mn-ea"/>
                <a:cs typeface="+mn-cs"/>
              </a:defRPr>
            </a:lvl9pPr>
          </a:lstStyle>
          <a:p>
            <a:pPr algn="ctr"/>
            <a:endParaRPr lang="en-US" dirty="0"/>
          </a:p>
        </p:txBody>
      </p:sp>
      <p:pic>
        <p:nvPicPr>
          <p:cNvPr id="50" name="Grafik 49">
            <a:extLst>
              <a:ext uri="{FF2B5EF4-FFF2-40B4-BE49-F238E27FC236}">
                <a16:creationId xmlns:a16="http://schemas.microsoft.com/office/drawing/2014/main" id="{4A53E83F-9EA1-40E5-BC3F-7738BB6FB27C}"/>
              </a:ext>
            </a:extLst>
          </p:cNvPr>
          <p:cNvPicPr>
            <a:picLocks noChangeAspect="1"/>
          </p:cNvPicPr>
          <p:nvPr/>
        </p:nvPicPr>
        <p:blipFill>
          <a:blip r:embed="rId14"/>
          <a:stretch>
            <a:fillRect/>
          </a:stretch>
        </p:blipFill>
        <p:spPr>
          <a:xfrm>
            <a:off x="5852418" y="36066331"/>
            <a:ext cx="478472" cy="220116"/>
          </a:xfrm>
          <a:prstGeom prst="rect">
            <a:avLst/>
          </a:prstGeom>
        </p:spPr>
      </p:pic>
      <p:pic>
        <p:nvPicPr>
          <p:cNvPr id="51" name="Inhaltsplatzhalter 136" descr="Monitor">
            <a:extLst>
              <a:ext uri="{FF2B5EF4-FFF2-40B4-BE49-F238E27FC236}">
                <a16:creationId xmlns:a16="http://schemas.microsoft.com/office/drawing/2014/main" id="{E242E18D-D2B6-4B2C-9561-9381D43A2A84}"/>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5587688" y="34761603"/>
            <a:ext cx="554739" cy="554739"/>
          </a:xfrm>
          <a:prstGeom prst="rect">
            <a:avLst/>
          </a:prstGeom>
        </p:spPr>
      </p:pic>
      <p:pic>
        <p:nvPicPr>
          <p:cNvPr id="52" name="Grafik 51">
            <a:extLst>
              <a:ext uri="{FF2B5EF4-FFF2-40B4-BE49-F238E27FC236}">
                <a16:creationId xmlns:a16="http://schemas.microsoft.com/office/drawing/2014/main" id="{85353BD9-BB16-4F1C-9860-994E12A6DB37}"/>
              </a:ext>
            </a:extLst>
          </p:cNvPr>
          <p:cNvPicPr>
            <a:picLocks noChangeAspect="1"/>
          </p:cNvPicPr>
          <p:nvPr/>
        </p:nvPicPr>
        <p:blipFill>
          <a:blip r:embed="rId12"/>
          <a:stretch>
            <a:fillRect/>
          </a:stretch>
        </p:blipFill>
        <p:spPr>
          <a:xfrm>
            <a:off x="5903652" y="36504409"/>
            <a:ext cx="352757" cy="293761"/>
          </a:xfrm>
          <a:prstGeom prst="rect">
            <a:avLst/>
          </a:prstGeom>
        </p:spPr>
      </p:pic>
      <p:pic>
        <p:nvPicPr>
          <p:cNvPr id="53" name="Grafik 52" descr="Benutzer">
            <a:extLst>
              <a:ext uri="{FF2B5EF4-FFF2-40B4-BE49-F238E27FC236}">
                <a16:creationId xmlns:a16="http://schemas.microsoft.com/office/drawing/2014/main" id="{2BA78D91-D715-457B-9F45-9B5EB2695620}"/>
              </a:ext>
            </a:extLst>
          </p:cNvPr>
          <p:cNvPicPr>
            <a:picLocks noChangeAspect="1"/>
          </p:cNvPicPr>
          <p:nvPr/>
        </p:nvPicPr>
        <p:blipFill>
          <a:blip r:embed="rId20">
            <a:extLst>
              <a:ext uri="{28A0092B-C50C-407E-A947-70E740481C1C}">
                <a14:useLocalDpi xmlns:a14="http://schemas.microsoft.com/office/drawing/2010/main" val="0"/>
              </a:ext>
              <a:ext uri="{96DAC541-7B7A-43D3-8B79-37D633B846F1}">
                <asvg:svgBlip xmlns:asvg="http://schemas.microsoft.com/office/drawing/2016/SVG/main" r:embed="rId21"/>
              </a:ext>
            </a:extLst>
          </a:blip>
          <a:stretch>
            <a:fillRect/>
          </a:stretch>
        </p:blipFill>
        <p:spPr>
          <a:xfrm>
            <a:off x="5696192" y="34749318"/>
            <a:ext cx="731766" cy="731766"/>
          </a:xfrm>
          <a:prstGeom prst="rect">
            <a:avLst/>
          </a:prstGeom>
        </p:spPr>
      </p:pic>
      <p:sp>
        <p:nvSpPr>
          <p:cNvPr id="54" name="Textfeld 24">
            <a:extLst>
              <a:ext uri="{FF2B5EF4-FFF2-40B4-BE49-F238E27FC236}">
                <a16:creationId xmlns:a16="http://schemas.microsoft.com/office/drawing/2014/main" id="{9927405D-DFEB-4567-8D54-D0AE34E86A9F}"/>
              </a:ext>
            </a:extLst>
          </p:cNvPr>
          <p:cNvSpPr txBox="1"/>
          <p:nvPr/>
        </p:nvSpPr>
        <p:spPr>
          <a:xfrm>
            <a:off x="5922607" y="35104905"/>
            <a:ext cx="415882" cy="307777"/>
          </a:xfrm>
          <a:prstGeom prst="rect">
            <a:avLst/>
          </a:prstGeom>
          <a:noFill/>
        </p:spPr>
        <p:txBody>
          <a:bodyPr wrap="square" rtlCol="0">
            <a:spAutoFit/>
          </a:bodyPr>
          <a:lstStyle>
            <a:defPPr>
              <a:defRPr lang="de-DE"/>
            </a:defPPr>
            <a:lvl1pPr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5pPr>
            <a:lvl6pPr marL="2286000" algn="l" defTabSz="9144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6pPr>
            <a:lvl7pPr marL="2743200" algn="l" defTabSz="9144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7pPr>
            <a:lvl8pPr marL="3200400" algn="l" defTabSz="9144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8pPr>
            <a:lvl9pPr marL="3657600" algn="l" defTabSz="9144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9pPr>
          </a:lstStyle>
          <a:p>
            <a:r>
              <a:rPr lang="en-US" sz="1400" b="1" dirty="0">
                <a:solidFill>
                  <a:schemeClr val="bg1"/>
                </a:solidFill>
              </a:rPr>
              <a:t>B</a:t>
            </a:r>
          </a:p>
        </p:txBody>
      </p:sp>
      <p:pic>
        <p:nvPicPr>
          <p:cNvPr id="55" name="table">
            <a:extLst>
              <a:ext uri="{FF2B5EF4-FFF2-40B4-BE49-F238E27FC236}">
                <a16:creationId xmlns:a16="http://schemas.microsoft.com/office/drawing/2014/main" id="{3A883C0C-E512-4960-8BCB-7BF2BAE77FB4}"/>
              </a:ext>
            </a:extLst>
          </p:cNvPr>
          <p:cNvPicPr>
            <a:picLocks noChangeAspect="1"/>
          </p:cNvPicPr>
          <p:nvPr/>
        </p:nvPicPr>
        <p:blipFill>
          <a:blip r:embed="rId22"/>
          <a:stretch>
            <a:fillRect/>
          </a:stretch>
        </p:blipFill>
        <p:spPr>
          <a:xfrm>
            <a:off x="9141995" y="32531645"/>
            <a:ext cx="2094180" cy="2094180"/>
          </a:xfrm>
          <a:prstGeom prst="rect">
            <a:avLst/>
          </a:prstGeom>
          <a:ln w="9525">
            <a:solidFill>
              <a:schemeClr val="tx1"/>
            </a:solidFill>
          </a:ln>
        </p:spPr>
      </p:pic>
      <p:pic>
        <p:nvPicPr>
          <p:cNvPr id="56" name="Grafik 55">
            <a:extLst>
              <a:ext uri="{FF2B5EF4-FFF2-40B4-BE49-F238E27FC236}">
                <a16:creationId xmlns:a16="http://schemas.microsoft.com/office/drawing/2014/main" id="{AB2E421E-86D5-4935-8950-18A2DA12910F}"/>
              </a:ext>
            </a:extLst>
          </p:cNvPr>
          <p:cNvPicPr>
            <a:picLocks noChangeAspect="1"/>
          </p:cNvPicPr>
          <p:nvPr/>
        </p:nvPicPr>
        <p:blipFill>
          <a:blip r:embed="rId11">
            <a:clrChange>
              <a:clrFrom>
                <a:srgbClr val="FFFFFF"/>
              </a:clrFrom>
              <a:clrTo>
                <a:srgbClr val="FFFFFF">
                  <a:alpha val="0"/>
                </a:srgbClr>
              </a:clrTo>
            </a:clrChange>
          </a:blip>
          <a:stretch>
            <a:fillRect/>
          </a:stretch>
        </p:blipFill>
        <p:spPr>
          <a:xfrm>
            <a:off x="9165534" y="32581342"/>
            <a:ext cx="475877" cy="446780"/>
          </a:xfrm>
          <a:prstGeom prst="rect">
            <a:avLst/>
          </a:prstGeom>
        </p:spPr>
      </p:pic>
      <p:pic>
        <p:nvPicPr>
          <p:cNvPr id="57" name="Grafik 56">
            <a:extLst>
              <a:ext uri="{FF2B5EF4-FFF2-40B4-BE49-F238E27FC236}">
                <a16:creationId xmlns:a16="http://schemas.microsoft.com/office/drawing/2014/main" id="{EDA08FF4-B653-44BF-B38F-FFB2F13D4DA5}"/>
              </a:ext>
            </a:extLst>
          </p:cNvPr>
          <p:cNvPicPr>
            <a:picLocks noChangeAspect="1"/>
          </p:cNvPicPr>
          <p:nvPr/>
        </p:nvPicPr>
        <p:blipFill>
          <a:blip r:embed="rId12">
            <a:clrChange>
              <a:clrFrom>
                <a:srgbClr val="FFFFFF"/>
              </a:clrFrom>
              <a:clrTo>
                <a:srgbClr val="FFFFFF">
                  <a:alpha val="0"/>
                </a:srgbClr>
              </a:clrTo>
            </a:clrChange>
          </a:blip>
          <a:stretch>
            <a:fillRect/>
          </a:stretch>
        </p:blipFill>
        <p:spPr>
          <a:xfrm>
            <a:off x="9158398" y="33615387"/>
            <a:ext cx="495742" cy="412833"/>
          </a:xfrm>
          <a:prstGeom prst="rect">
            <a:avLst/>
          </a:prstGeom>
        </p:spPr>
      </p:pic>
      <p:pic>
        <p:nvPicPr>
          <p:cNvPr id="58" name="Grafik 57">
            <a:extLst>
              <a:ext uri="{FF2B5EF4-FFF2-40B4-BE49-F238E27FC236}">
                <a16:creationId xmlns:a16="http://schemas.microsoft.com/office/drawing/2014/main" id="{9009C0CB-1264-421C-9391-750060CAD0DD}"/>
              </a:ext>
            </a:extLst>
          </p:cNvPr>
          <p:cNvPicPr>
            <a:picLocks noChangeAspect="1"/>
          </p:cNvPicPr>
          <p:nvPr/>
        </p:nvPicPr>
        <p:blipFill rotWithShape="1">
          <a:blip r:embed="rId13">
            <a:clrChange>
              <a:clrFrom>
                <a:srgbClr val="FFFFFF"/>
              </a:clrFrom>
              <a:clrTo>
                <a:srgbClr val="FFFFFF">
                  <a:alpha val="0"/>
                </a:srgbClr>
              </a:clrTo>
            </a:clrChange>
          </a:blip>
          <a:srcRect r="20138"/>
          <a:stretch/>
        </p:blipFill>
        <p:spPr>
          <a:xfrm>
            <a:off x="10213863" y="33654136"/>
            <a:ext cx="430255" cy="323911"/>
          </a:xfrm>
          <a:prstGeom prst="rect">
            <a:avLst/>
          </a:prstGeom>
        </p:spPr>
      </p:pic>
      <p:pic>
        <p:nvPicPr>
          <p:cNvPr id="59" name="Grafik 58">
            <a:extLst>
              <a:ext uri="{FF2B5EF4-FFF2-40B4-BE49-F238E27FC236}">
                <a16:creationId xmlns:a16="http://schemas.microsoft.com/office/drawing/2014/main" id="{070A6425-0C50-45BF-95F1-85E14385E7AC}"/>
              </a:ext>
            </a:extLst>
          </p:cNvPr>
          <p:cNvPicPr>
            <a:picLocks noChangeAspect="1"/>
          </p:cNvPicPr>
          <p:nvPr/>
        </p:nvPicPr>
        <p:blipFill>
          <a:blip r:embed="rId14">
            <a:clrChange>
              <a:clrFrom>
                <a:srgbClr val="FFFFFF"/>
              </a:clrFrom>
              <a:clrTo>
                <a:srgbClr val="FFFFFF">
                  <a:alpha val="0"/>
                </a:srgbClr>
              </a:clrTo>
            </a:clrChange>
          </a:blip>
          <a:stretch>
            <a:fillRect/>
          </a:stretch>
        </p:blipFill>
        <p:spPr>
          <a:xfrm>
            <a:off x="10722810" y="32660823"/>
            <a:ext cx="501290" cy="230613"/>
          </a:xfrm>
          <a:prstGeom prst="rect">
            <a:avLst/>
          </a:prstGeom>
        </p:spPr>
      </p:pic>
      <p:pic>
        <p:nvPicPr>
          <p:cNvPr id="60" name="Grafik 59">
            <a:extLst>
              <a:ext uri="{FF2B5EF4-FFF2-40B4-BE49-F238E27FC236}">
                <a16:creationId xmlns:a16="http://schemas.microsoft.com/office/drawing/2014/main" id="{A718D7D8-7A10-4134-AF65-282ABCBA6275}"/>
              </a:ext>
            </a:extLst>
          </p:cNvPr>
          <p:cNvPicPr>
            <a:picLocks noChangeAspect="1"/>
          </p:cNvPicPr>
          <p:nvPr/>
        </p:nvPicPr>
        <p:blipFill>
          <a:blip r:embed="rId15">
            <a:clrChange>
              <a:clrFrom>
                <a:srgbClr val="FFFFFF"/>
              </a:clrFrom>
              <a:clrTo>
                <a:srgbClr val="FFFFFF">
                  <a:alpha val="0"/>
                </a:srgbClr>
              </a:clrTo>
            </a:clrChange>
          </a:blip>
          <a:stretch>
            <a:fillRect/>
          </a:stretch>
        </p:blipFill>
        <p:spPr>
          <a:xfrm>
            <a:off x="9695797" y="34236616"/>
            <a:ext cx="444667" cy="197276"/>
          </a:xfrm>
          <a:prstGeom prst="rect">
            <a:avLst/>
          </a:prstGeom>
        </p:spPr>
      </p:pic>
      <p:pic>
        <p:nvPicPr>
          <p:cNvPr id="61" name="Grafik 60">
            <a:extLst>
              <a:ext uri="{FF2B5EF4-FFF2-40B4-BE49-F238E27FC236}">
                <a16:creationId xmlns:a16="http://schemas.microsoft.com/office/drawing/2014/main" id="{D1DEA198-13EE-4DE7-89BB-3EB505C393ED}"/>
              </a:ext>
            </a:extLst>
          </p:cNvPr>
          <p:cNvPicPr>
            <a:picLocks noChangeAspect="1"/>
          </p:cNvPicPr>
          <p:nvPr/>
        </p:nvPicPr>
        <p:blipFill>
          <a:blip r:embed="rId16">
            <a:clrChange>
              <a:clrFrom>
                <a:srgbClr val="FFFFFF"/>
              </a:clrFrom>
              <a:clrTo>
                <a:srgbClr val="FFFFFF">
                  <a:alpha val="0"/>
                </a:srgbClr>
              </a:clrTo>
            </a:clrChange>
          </a:blip>
          <a:stretch>
            <a:fillRect/>
          </a:stretch>
        </p:blipFill>
        <p:spPr>
          <a:xfrm>
            <a:off x="9671228" y="32667891"/>
            <a:ext cx="451989" cy="293560"/>
          </a:xfrm>
          <a:prstGeom prst="rect">
            <a:avLst/>
          </a:prstGeom>
        </p:spPr>
      </p:pic>
      <p:pic>
        <p:nvPicPr>
          <p:cNvPr id="62" name="table">
            <a:extLst>
              <a:ext uri="{FF2B5EF4-FFF2-40B4-BE49-F238E27FC236}">
                <a16:creationId xmlns:a16="http://schemas.microsoft.com/office/drawing/2014/main" id="{865A5C87-9707-4872-8A10-341ED4993DFA}"/>
              </a:ext>
            </a:extLst>
          </p:cNvPr>
          <p:cNvPicPr>
            <a:picLocks noChangeAspect="1"/>
          </p:cNvPicPr>
          <p:nvPr/>
        </p:nvPicPr>
        <p:blipFill>
          <a:blip r:embed="rId23"/>
          <a:stretch>
            <a:fillRect/>
          </a:stretch>
        </p:blipFill>
        <p:spPr>
          <a:xfrm>
            <a:off x="9141995" y="34853900"/>
            <a:ext cx="2094180" cy="2094180"/>
          </a:xfrm>
          <a:prstGeom prst="rect">
            <a:avLst/>
          </a:prstGeom>
          <a:ln w="9525">
            <a:solidFill>
              <a:schemeClr val="tx1"/>
            </a:solidFill>
          </a:ln>
        </p:spPr>
      </p:pic>
      <p:pic>
        <p:nvPicPr>
          <p:cNvPr id="63" name="Grafik 62">
            <a:extLst>
              <a:ext uri="{FF2B5EF4-FFF2-40B4-BE49-F238E27FC236}">
                <a16:creationId xmlns:a16="http://schemas.microsoft.com/office/drawing/2014/main" id="{B7A87D30-56BB-43A2-9B02-08431C2E5B7B}"/>
              </a:ext>
            </a:extLst>
          </p:cNvPr>
          <p:cNvPicPr>
            <a:picLocks noChangeAspect="1"/>
          </p:cNvPicPr>
          <p:nvPr/>
        </p:nvPicPr>
        <p:blipFill>
          <a:blip r:embed="rId11">
            <a:clrChange>
              <a:clrFrom>
                <a:srgbClr val="FFFFFF"/>
              </a:clrFrom>
              <a:clrTo>
                <a:srgbClr val="FFFFFF">
                  <a:alpha val="0"/>
                </a:srgbClr>
              </a:clrTo>
            </a:clrChange>
          </a:blip>
          <a:stretch>
            <a:fillRect/>
          </a:stretch>
        </p:blipFill>
        <p:spPr>
          <a:xfrm>
            <a:off x="9165534" y="34903597"/>
            <a:ext cx="475877" cy="446780"/>
          </a:xfrm>
          <a:prstGeom prst="rect">
            <a:avLst/>
          </a:prstGeom>
        </p:spPr>
      </p:pic>
      <p:pic>
        <p:nvPicPr>
          <p:cNvPr id="64" name="Grafik 63">
            <a:extLst>
              <a:ext uri="{FF2B5EF4-FFF2-40B4-BE49-F238E27FC236}">
                <a16:creationId xmlns:a16="http://schemas.microsoft.com/office/drawing/2014/main" id="{C793981E-B2F3-4221-89C4-59E7D87C6CAC}"/>
              </a:ext>
            </a:extLst>
          </p:cNvPr>
          <p:cNvPicPr>
            <a:picLocks noChangeAspect="1"/>
          </p:cNvPicPr>
          <p:nvPr/>
        </p:nvPicPr>
        <p:blipFill>
          <a:blip r:embed="rId12">
            <a:clrChange>
              <a:clrFrom>
                <a:srgbClr val="FFFFFF"/>
              </a:clrFrom>
              <a:clrTo>
                <a:srgbClr val="FFFFFF">
                  <a:alpha val="0"/>
                </a:srgbClr>
              </a:clrTo>
            </a:clrChange>
          </a:blip>
          <a:stretch>
            <a:fillRect/>
          </a:stretch>
        </p:blipFill>
        <p:spPr>
          <a:xfrm>
            <a:off x="9158398" y="35937642"/>
            <a:ext cx="495742" cy="412833"/>
          </a:xfrm>
          <a:prstGeom prst="rect">
            <a:avLst/>
          </a:prstGeom>
        </p:spPr>
      </p:pic>
      <p:pic>
        <p:nvPicPr>
          <p:cNvPr id="65" name="Grafik 64">
            <a:extLst>
              <a:ext uri="{FF2B5EF4-FFF2-40B4-BE49-F238E27FC236}">
                <a16:creationId xmlns:a16="http://schemas.microsoft.com/office/drawing/2014/main" id="{F6BBB68F-F7D8-462C-B3F2-9D30A68F39E0}"/>
              </a:ext>
            </a:extLst>
          </p:cNvPr>
          <p:cNvPicPr>
            <a:picLocks noChangeAspect="1"/>
          </p:cNvPicPr>
          <p:nvPr/>
        </p:nvPicPr>
        <p:blipFill rotWithShape="1">
          <a:blip r:embed="rId13">
            <a:clrChange>
              <a:clrFrom>
                <a:srgbClr val="FFFFFF"/>
              </a:clrFrom>
              <a:clrTo>
                <a:srgbClr val="FFFFFF">
                  <a:alpha val="0"/>
                </a:srgbClr>
              </a:clrTo>
            </a:clrChange>
          </a:blip>
          <a:srcRect r="20138"/>
          <a:stretch/>
        </p:blipFill>
        <p:spPr>
          <a:xfrm>
            <a:off x="10213863" y="35976391"/>
            <a:ext cx="430255" cy="323911"/>
          </a:xfrm>
          <a:prstGeom prst="rect">
            <a:avLst/>
          </a:prstGeom>
        </p:spPr>
      </p:pic>
      <p:pic>
        <p:nvPicPr>
          <p:cNvPr id="66" name="Grafik 65">
            <a:extLst>
              <a:ext uri="{FF2B5EF4-FFF2-40B4-BE49-F238E27FC236}">
                <a16:creationId xmlns:a16="http://schemas.microsoft.com/office/drawing/2014/main" id="{4A4DA0A0-C286-434B-8853-F4E33B1FD53E}"/>
              </a:ext>
            </a:extLst>
          </p:cNvPr>
          <p:cNvPicPr>
            <a:picLocks noChangeAspect="1"/>
          </p:cNvPicPr>
          <p:nvPr/>
        </p:nvPicPr>
        <p:blipFill>
          <a:blip r:embed="rId14">
            <a:clrChange>
              <a:clrFrom>
                <a:srgbClr val="FFFFFF"/>
              </a:clrFrom>
              <a:clrTo>
                <a:srgbClr val="FFFFFF">
                  <a:alpha val="0"/>
                </a:srgbClr>
              </a:clrTo>
            </a:clrChange>
          </a:blip>
          <a:stretch>
            <a:fillRect/>
          </a:stretch>
        </p:blipFill>
        <p:spPr>
          <a:xfrm>
            <a:off x="10722810" y="34983078"/>
            <a:ext cx="501290" cy="230613"/>
          </a:xfrm>
          <a:prstGeom prst="rect">
            <a:avLst/>
          </a:prstGeom>
        </p:spPr>
      </p:pic>
      <p:pic>
        <p:nvPicPr>
          <p:cNvPr id="67" name="Grafik 66">
            <a:extLst>
              <a:ext uri="{FF2B5EF4-FFF2-40B4-BE49-F238E27FC236}">
                <a16:creationId xmlns:a16="http://schemas.microsoft.com/office/drawing/2014/main" id="{50605290-3AD6-4251-BE24-67A01501BC96}"/>
              </a:ext>
            </a:extLst>
          </p:cNvPr>
          <p:cNvPicPr>
            <a:picLocks noChangeAspect="1"/>
          </p:cNvPicPr>
          <p:nvPr/>
        </p:nvPicPr>
        <p:blipFill>
          <a:blip r:embed="rId15">
            <a:clrChange>
              <a:clrFrom>
                <a:srgbClr val="FFFFFF"/>
              </a:clrFrom>
              <a:clrTo>
                <a:srgbClr val="FFFFFF">
                  <a:alpha val="0"/>
                </a:srgbClr>
              </a:clrTo>
            </a:clrChange>
          </a:blip>
          <a:stretch>
            <a:fillRect/>
          </a:stretch>
        </p:blipFill>
        <p:spPr>
          <a:xfrm>
            <a:off x="9695797" y="36558871"/>
            <a:ext cx="444667" cy="197276"/>
          </a:xfrm>
          <a:prstGeom prst="rect">
            <a:avLst/>
          </a:prstGeom>
        </p:spPr>
      </p:pic>
      <p:pic>
        <p:nvPicPr>
          <p:cNvPr id="68" name="Grafik 67">
            <a:extLst>
              <a:ext uri="{FF2B5EF4-FFF2-40B4-BE49-F238E27FC236}">
                <a16:creationId xmlns:a16="http://schemas.microsoft.com/office/drawing/2014/main" id="{F9BA4BED-FE84-4522-9798-C36F2C70323E}"/>
              </a:ext>
            </a:extLst>
          </p:cNvPr>
          <p:cNvPicPr>
            <a:picLocks noChangeAspect="1"/>
          </p:cNvPicPr>
          <p:nvPr/>
        </p:nvPicPr>
        <p:blipFill>
          <a:blip r:embed="rId16">
            <a:clrChange>
              <a:clrFrom>
                <a:srgbClr val="FFFFFF"/>
              </a:clrFrom>
              <a:clrTo>
                <a:srgbClr val="FFFFFF">
                  <a:alpha val="0"/>
                </a:srgbClr>
              </a:clrTo>
            </a:clrChange>
          </a:blip>
          <a:stretch>
            <a:fillRect/>
          </a:stretch>
        </p:blipFill>
        <p:spPr>
          <a:xfrm>
            <a:off x="9671228" y="34990146"/>
            <a:ext cx="451989" cy="293560"/>
          </a:xfrm>
          <a:prstGeom prst="rect">
            <a:avLst/>
          </a:prstGeom>
        </p:spPr>
      </p:pic>
      <p:sp>
        <p:nvSpPr>
          <p:cNvPr id="69" name="Sprechblase: rechteckig mit abgerundeten Ecken 68">
            <a:extLst>
              <a:ext uri="{FF2B5EF4-FFF2-40B4-BE49-F238E27FC236}">
                <a16:creationId xmlns:a16="http://schemas.microsoft.com/office/drawing/2014/main" id="{91CFCDBE-C7F5-4CD1-BFDF-EF5A9B421C7C}"/>
              </a:ext>
            </a:extLst>
          </p:cNvPr>
          <p:cNvSpPr/>
          <p:nvPr/>
        </p:nvSpPr>
        <p:spPr>
          <a:xfrm>
            <a:off x="8163576" y="35534247"/>
            <a:ext cx="753077" cy="375097"/>
          </a:xfrm>
          <a:prstGeom prst="wedgeRoundRectCallout">
            <a:avLst>
              <a:gd name="adj1" fmla="val 3351"/>
              <a:gd name="adj2" fmla="val -63925"/>
              <a:gd name="adj3" fmla="val 16667"/>
            </a:avLst>
          </a:prstGeom>
        </p:spPr>
        <p:style>
          <a:lnRef idx="2">
            <a:schemeClr val="dk1"/>
          </a:lnRef>
          <a:fillRef idx="1">
            <a:schemeClr val="lt1"/>
          </a:fillRef>
          <a:effectRef idx="0">
            <a:schemeClr val="dk1"/>
          </a:effectRef>
          <a:fontRef idx="minor">
            <a:schemeClr val="dk1"/>
          </a:fontRef>
        </p:style>
        <p:txBody>
          <a:bodyPr rtlCol="0" anchor="ctr"/>
          <a:lstStyle>
            <a:defPPr>
              <a:defRPr lang="de-DE"/>
            </a:defPPr>
            <a:lvl1pPr algn="l" rtl="0" eaLnBrk="0" fontAlgn="base" hangingPunct="0">
              <a:spcBef>
                <a:spcPct val="0"/>
              </a:spcBef>
              <a:spcAft>
                <a:spcPct val="0"/>
              </a:spcAft>
              <a:defRPr kern="1200">
                <a:solidFill>
                  <a:schemeClr val="dk1"/>
                </a:solidFill>
                <a:latin typeface="+mn-lt"/>
                <a:ea typeface="+mn-ea"/>
                <a:cs typeface="+mn-cs"/>
              </a:defRPr>
            </a:lvl1pPr>
            <a:lvl2pPr marL="457200" algn="l" rtl="0" eaLnBrk="0" fontAlgn="base" hangingPunct="0">
              <a:spcBef>
                <a:spcPct val="0"/>
              </a:spcBef>
              <a:spcAft>
                <a:spcPct val="0"/>
              </a:spcAft>
              <a:defRPr kern="1200">
                <a:solidFill>
                  <a:schemeClr val="dk1"/>
                </a:solidFill>
                <a:latin typeface="+mn-lt"/>
                <a:ea typeface="+mn-ea"/>
                <a:cs typeface="+mn-cs"/>
              </a:defRPr>
            </a:lvl2pPr>
            <a:lvl3pPr marL="914400" algn="l" rtl="0" eaLnBrk="0" fontAlgn="base" hangingPunct="0">
              <a:spcBef>
                <a:spcPct val="0"/>
              </a:spcBef>
              <a:spcAft>
                <a:spcPct val="0"/>
              </a:spcAft>
              <a:defRPr kern="1200">
                <a:solidFill>
                  <a:schemeClr val="dk1"/>
                </a:solidFill>
                <a:latin typeface="+mn-lt"/>
                <a:ea typeface="+mn-ea"/>
                <a:cs typeface="+mn-cs"/>
              </a:defRPr>
            </a:lvl3pPr>
            <a:lvl4pPr marL="1371600" algn="l" rtl="0" eaLnBrk="0" fontAlgn="base" hangingPunct="0">
              <a:spcBef>
                <a:spcPct val="0"/>
              </a:spcBef>
              <a:spcAft>
                <a:spcPct val="0"/>
              </a:spcAft>
              <a:defRPr kern="1200">
                <a:solidFill>
                  <a:schemeClr val="dk1"/>
                </a:solidFill>
                <a:latin typeface="+mn-lt"/>
                <a:ea typeface="+mn-ea"/>
                <a:cs typeface="+mn-cs"/>
              </a:defRPr>
            </a:lvl4pPr>
            <a:lvl5pPr marL="1828800" algn="l" rtl="0" eaLnBrk="0" fontAlgn="base" hangingPunct="0">
              <a:spcBef>
                <a:spcPct val="0"/>
              </a:spcBef>
              <a:spcAft>
                <a:spcPct val="0"/>
              </a:spcAft>
              <a:defRPr kern="1200">
                <a:solidFill>
                  <a:schemeClr val="dk1"/>
                </a:solidFill>
                <a:latin typeface="+mn-lt"/>
                <a:ea typeface="+mn-ea"/>
                <a:cs typeface="+mn-cs"/>
              </a:defRPr>
            </a:lvl5pPr>
            <a:lvl6pPr marL="2286000" algn="l" defTabSz="914400" rtl="0" eaLnBrk="1" latinLnBrk="0" hangingPunct="1">
              <a:defRPr kern="1200">
                <a:solidFill>
                  <a:schemeClr val="dk1"/>
                </a:solidFill>
                <a:latin typeface="+mn-lt"/>
                <a:ea typeface="+mn-ea"/>
                <a:cs typeface="+mn-cs"/>
              </a:defRPr>
            </a:lvl6pPr>
            <a:lvl7pPr marL="2743200" algn="l" defTabSz="914400" rtl="0" eaLnBrk="1" latinLnBrk="0" hangingPunct="1">
              <a:defRPr kern="1200">
                <a:solidFill>
                  <a:schemeClr val="dk1"/>
                </a:solidFill>
                <a:latin typeface="+mn-lt"/>
                <a:ea typeface="+mn-ea"/>
                <a:cs typeface="+mn-cs"/>
              </a:defRPr>
            </a:lvl7pPr>
            <a:lvl8pPr marL="3200400" algn="l" defTabSz="914400" rtl="0" eaLnBrk="1" latinLnBrk="0" hangingPunct="1">
              <a:defRPr kern="1200">
                <a:solidFill>
                  <a:schemeClr val="dk1"/>
                </a:solidFill>
                <a:latin typeface="+mn-lt"/>
                <a:ea typeface="+mn-ea"/>
                <a:cs typeface="+mn-cs"/>
              </a:defRPr>
            </a:lvl8pPr>
            <a:lvl9pPr marL="3657600" algn="l" defTabSz="914400" rtl="0" eaLnBrk="1" latinLnBrk="0" hangingPunct="1">
              <a:defRPr kern="1200">
                <a:solidFill>
                  <a:schemeClr val="dk1"/>
                </a:solidFill>
                <a:latin typeface="+mn-lt"/>
                <a:ea typeface="+mn-ea"/>
                <a:cs typeface="+mn-cs"/>
              </a:defRPr>
            </a:lvl9pPr>
          </a:lstStyle>
          <a:p>
            <a:pPr algn="ctr"/>
            <a:endParaRPr lang="en-US" dirty="0"/>
          </a:p>
        </p:txBody>
      </p:sp>
      <p:pic>
        <p:nvPicPr>
          <p:cNvPr id="70" name="Grafik 69" descr="Benutzer">
            <a:extLst>
              <a:ext uri="{FF2B5EF4-FFF2-40B4-BE49-F238E27FC236}">
                <a16:creationId xmlns:a16="http://schemas.microsoft.com/office/drawing/2014/main" id="{2B576ECB-CAC5-4D27-9881-F42F9B085A5A}"/>
              </a:ext>
            </a:extLst>
          </p:cNvPr>
          <p:cNvPicPr>
            <a:picLocks noChangeAspect="1"/>
          </p:cNvPicPr>
          <p:nvPr/>
        </p:nvPicPr>
        <p:blipFill>
          <a:blip r:embed="rId24">
            <a:extLst>
              <a:ext uri="{28A0092B-C50C-407E-A947-70E740481C1C}">
                <a14:useLocalDpi xmlns:a14="http://schemas.microsoft.com/office/drawing/2010/main" val="0"/>
              </a:ext>
              <a:ext uri="{96DAC541-7B7A-43D3-8B79-37D633B846F1}">
                <asvg:svgBlip xmlns:asvg="http://schemas.microsoft.com/office/drawing/2016/SVG/main" r:embed="rId25"/>
              </a:ext>
            </a:extLst>
          </a:blip>
          <a:stretch>
            <a:fillRect/>
          </a:stretch>
        </p:blipFill>
        <p:spPr>
          <a:xfrm>
            <a:off x="2517022" y="32420932"/>
            <a:ext cx="731766" cy="731766"/>
          </a:xfrm>
          <a:prstGeom prst="rect">
            <a:avLst/>
          </a:prstGeom>
        </p:spPr>
      </p:pic>
      <p:pic>
        <p:nvPicPr>
          <p:cNvPr id="71" name="Grafik 70" descr="Benutzer">
            <a:extLst>
              <a:ext uri="{FF2B5EF4-FFF2-40B4-BE49-F238E27FC236}">
                <a16:creationId xmlns:a16="http://schemas.microsoft.com/office/drawing/2014/main" id="{5505245B-852C-4DFC-B274-0E0804DBEF19}"/>
              </a:ext>
            </a:extLst>
          </p:cNvPr>
          <p:cNvPicPr>
            <a:picLocks noChangeAspect="1"/>
          </p:cNvPicPr>
          <p:nvPr/>
        </p:nvPicPr>
        <p:blipFill>
          <a:blip r:embed="rId24">
            <a:extLst>
              <a:ext uri="{28A0092B-C50C-407E-A947-70E740481C1C}">
                <a14:useLocalDpi xmlns:a14="http://schemas.microsoft.com/office/drawing/2010/main" val="0"/>
              </a:ext>
              <a:ext uri="{96DAC541-7B7A-43D3-8B79-37D633B846F1}">
                <asvg:svgBlip xmlns:asvg="http://schemas.microsoft.com/office/drawing/2016/SVG/main" r:embed="rId25"/>
              </a:ext>
            </a:extLst>
          </a:blip>
          <a:stretch>
            <a:fillRect/>
          </a:stretch>
        </p:blipFill>
        <p:spPr>
          <a:xfrm>
            <a:off x="2569280" y="34753126"/>
            <a:ext cx="731766" cy="731766"/>
          </a:xfrm>
          <a:prstGeom prst="rect">
            <a:avLst/>
          </a:prstGeom>
        </p:spPr>
      </p:pic>
      <p:pic>
        <p:nvPicPr>
          <p:cNvPr id="72" name="Inhaltsplatzhalter 136" descr="Monitor">
            <a:extLst>
              <a:ext uri="{FF2B5EF4-FFF2-40B4-BE49-F238E27FC236}">
                <a16:creationId xmlns:a16="http://schemas.microsoft.com/office/drawing/2014/main" id="{1767D16F-A228-408C-8889-DEF17D09890F}"/>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8024902" y="34806905"/>
            <a:ext cx="554739" cy="554739"/>
          </a:xfrm>
          <a:prstGeom prst="rect">
            <a:avLst/>
          </a:prstGeom>
        </p:spPr>
      </p:pic>
      <p:pic>
        <p:nvPicPr>
          <p:cNvPr id="73" name="Grafik 72" descr="Benutzer">
            <a:extLst>
              <a:ext uri="{FF2B5EF4-FFF2-40B4-BE49-F238E27FC236}">
                <a16:creationId xmlns:a16="http://schemas.microsoft.com/office/drawing/2014/main" id="{0CFF7DA3-7FDE-43F0-B8B0-4AFA0C37D256}"/>
              </a:ext>
            </a:extLst>
          </p:cNvPr>
          <p:cNvPicPr>
            <a:picLocks noChangeAspect="1"/>
          </p:cNvPicPr>
          <p:nvPr/>
        </p:nvPicPr>
        <p:blipFill>
          <a:blip r:embed="rId26">
            <a:extLst>
              <a:ext uri="{28A0092B-C50C-407E-A947-70E740481C1C}">
                <a14:useLocalDpi xmlns:a14="http://schemas.microsoft.com/office/drawing/2010/main" val="0"/>
              </a:ext>
              <a:ext uri="{96DAC541-7B7A-43D3-8B79-37D633B846F1}">
                <asvg:svgBlip xmlns:asvg="http://schemas.microsoft.com/office/drawing/2016/SVG/main" r:embed="rId27"/>
              </a:ext>
            </a:extLst>
          </a:blip>
          <a:stretch>
            <a:fillRect/>
          </a:stretch>
        </p:blipFill>
        <p:spPr>
          <a:xfrm>
            <a:off x="8150303" y="32396657"/>
            <a:ext cx="731766" cy="731766"/>
          </a:xfrm>
          <a:prstGeom prst="rect">
            <a:avLst/>
          </a:prstGeom>
        </p:spPr>
      </p:pic>
      <p:pic>
        <p:nvPicPr>
          <p:cNvPr id="74" name="Grafik 73" descr="Benutzer">
            <a:extLst>
              <a:ext uri="{FF2B5EF4-FFF2-40B4-BE49-F238E27FC236}">
                <a16:creationId xmlns:a16="http://schemas.microsoft.com/office/drawing/2014/main" id="{A1FAD133-D728-4A7F-9E93-FCC0EF5847DE}"/>
              </a:ext>
            </a:extLst>
          </p:cNvPr>
          <p:cNvPicPr>
            <a:picLocks noChangeAspect="1"/>
          </p:cNvPicPr>
          <p:nvPr/>
        </p:nvPicPr>
        <p:blipFill>
          <a:blip r:embed="rId28">
            <a:extLst>
              <a:ext uri="{28A0092B-C50C-407E-A947-70E740481C1C}">
                <a14:useLocalDpi xmlns:a14="http://schemas.microsoft.com/office/drawing/2010/main" val="0"/>
              </a:ext>
              <a:ext uri="{96DAC541-7B7A-43D3-8B79-37D633B846F1}">
                <asvg:svgBlip xmlns:asvg="http://schemas.microsoft.com/office/drawing/2016/SVG/main" r:embed="rId29"/>
              </a:ext>
            </a:extLst>
          </a:blip>
          <a:stretch>
            <a:fillRect/>
          </a:stretch>
        </p:blipFill>
        <p:spPr>
          <a:xfrm>
            <a:off x="8161924" y="34753289"/>
            <a:ext cx="731766" cy="731766"/>
          </a:xfrm>
          <a:prstGeom prst="rect">
            <a:avLst/>
          </a:prstGeom>
        </p:spPr>
      </p:pic>
      <p:sp>
        <p:nvSpPr>
          <p:cNvPr id="75" name="Sprechblase: rechteckig mit abgerundeten Ecken 74">
            <a:extLst>
              <a:ext uri="{FF2B5EF4-FFF2-40B4-BE49-F238E27FC236}">
                <a16:creationId xmlns:a16="http://schemas.microsoft.com/office/drawing/2014/main" id="{AEB82E7D-F43A-45F8-9A60-0DCB3E4D9AF4}"/>
              </a:ext>
            </a:extLst>
          </p:cNvPr>
          <p:cNvSpPr/>
          <p:nvPr/>
        </p:nvSpPr>
        <p:spPr>
          <a:xfrm>
            <a:off x="8165045" y="36029677"/>
            <a:ext cx="753077" cy="375097"/>
          </a:xfrm>
          <a:prstGeom prst="wedgeRoundRectCallout">
            <a:avLst>
              <a:gd name="adj1" fmla="val 3351"/>
              <a:gd name="adj2" fmla="val -63925"/>
              <a:gd name="adj3" fmla="val 16667"/>
            </a:avLst>
          </a:prstGeom>
        </p:spPr>
        <p:style>
          <a:lnRef idx="2">
            <a:schemeClr val="dk1"/>
          </a:lnRef>
          <a:fillRef idx="1">
            <a:schemeClr val="lt1"/>
          </a:fillRef>
          <a:effectRef idx="0">
            <a:schemeClr val="dk1"/>
          </a:effectRef>
          <a:fontRef idx="minor">
            <a:schemeClr val="dk1"/>
          </a:fontRef>
        </p:style>
        <p:txBody>
          <a:bodyPr rtlCol="0" anchor="ctr"/>
          <a:lstStyle>
            <a:defPPr>
              <a:defRPr lang="de-DE"/>
            </a:defPPr>
            <a:lvl1pPr algn="l" rtl="0" eaLnBrk="0" fontAlgn="base" hangingPunct="0">
              <a:spcBef>
                <a:spcPct val="0"/>
              </a:spcBef>
              <a:spcAft>
                <a:spcPct val="0"/>
              </a:spcAft>
              <a:defRPr kern="1200">
                <a:solidFill>
                  <a:schemeClr val="dk1"/>
                </a:solidFill>
                <a:latin typeface="+mn-lt"/>
                <a:ea typeface="+mn-ea"/>
                <a:cs typeface="+mn-cs"/>
              </a:defRPr>
            </a:lvl1pPr>
            <a:lvl2pPr marL="457200" algn="l" rtl="0" eaLnBrk="0" fontAlgn="base" hangingPunct="0">
              <a:spcBef>
                <a:spcPct val="0"/>
              </a:spcBef>
              <a:spcAft>
                <a:spcPct val="0"/>
              </a:spcAft>
              <a:defRPr kern="1200">
                <a:solidFill>
                  <a:schemeClr val="dk1"/>
                </a:solidFill>
                <a:latin typeface="+mn-lt"/>
                <a:ea typeface="+mn-ea"/>
                <a:cs typeface="+mn-cs"/>
              </a:defRPr>
            </a:lvl2pPr>
            <a:lvl3pPr marL="914400" algn="l" rtl="0" eaLnBrk="0" fontAlgn="base" hangingPunct="0">
              <a:spcBef>
                <a:spcPct val="0"/>
              </a:spcBef>
              <a:spcAft>
                <a:spcPct val="0"/>
              </a:spcAft>
              <a:defRPr kern="1200">
                <a:solidFill>
                  <a:schemeClr val="dk1"/>
                </a:solidFill>
                <a:latin typeface="+mn-lt"/>
                <a:ea typeface="+mn-ea"/>
                <a:cs typeface="+mn-cs"/>
              </a:defRPr>
            </a:lvl3pPr>
            <a:lvl4pPr marL="1371600" algn="l" rtl="0" eaLnBrk="0" fontAlgn="base" hangingPunct="0">
              <a:spcBef>
                <a:spcPct val="0"/>
              </a:spcBef>
              <a:spcAft>
                <a:spcPct val="0"/>
              </a:spcAft>
              <a:defRPr kern="1200">
                <a:solidFill>
                  <a:schemeClr val="dk1"/>
                </a:solidFill>
                <a:latin typeface="+mn-lt"/>
                <a:ea typeface="+mn-ea"/>
                <a:cs typeface="+mn-cs"/>
              </a:defRPr>
            </a:lvl4pPr>
            <a:lvl5pPr marL="1828800" algn="l" rtl="0" eaLnBrk="0" fontAlgn="base" hangingPunct="0">
              <a:spcBef>
                <a:spcPct val="0"/>
              </a:spcBef>
              <a:spcAft>
                <a:spcPct val="0"/>
              </a:spcAft>
              <a:defRPr kern="1200">
                <a:solidFill>
                  <a:schemeClr val="dk1"/>
                </a:solidFill>
                <a:latin typeface="+mn-lt"/>
                <a:ea typeface="+mn-ea"/>
                <a:cs typeface="+mn-cs"/>
              </a:defRPr>
            </a:lvl5pPr>
            <a:lvl6pPr marL="2286000" algn="l" defTabSz="914400" rtl="0" eaLnBrk="1" latinLnBrk="0" hangingPunct="1">
              <a:defRPr kern="1200">
                <a:solidFill>
                  <a:schemeClr val="dk1"/>
                </a:solidFill>
                <a:latin typeface="+mn-lt"/>
                <a:ea typeface="+mn-ea"/>
                <a:cs typeface="+mn-cs"/>
              </a:defRPr>
            </a:lvl6pPr>
            <a:lvl7pPr marL="2743200" algn="l" defTabSz="914400" rtl="0" eaLnBrk="1" latinLnBrk="0" hangingPunct="1">
              <a:defRPr kern="1200">
                <a:solidFill>
                  <a:schemeClr val="dk1"/>
                </a:solidFill>
                <a:latin typeface="+mn-lt"/>
                <a:ea typeface="+mn-ea"/>
                <a:cs typeface="+mn-cs"/>
              </a:defRPr>
            </a:lvl7pPr>
            <a:lvl8pPr marL="3200400" algn="l" defTabSz="914400" rtl="0" eaLnBrk="1" latinLnBrk="0" hangingPunct="1">
              <a:defRPr kern="1200">
                <a:solidFill>
                  <a:schemeClr val="dk1"/>
                </a:solidFill>
                <a:latin typeface="+mn-lt"/>
                <a:ea typeface="+mn-ea"/>
                <a:cs typeface="+mn-cs"/>
              </a:defRPr>
            </a:lvl8pPr>
            <a:lvl9pPr marL="3657600" algn="l" defTabSz="914400" rtl="0" eaLnBrk="1" latinLnBrk="0" hangingPunct="1">
              <a:defRPr kern="1200">
                <a:solidFill>
                  <a:schemeClr val="dk1"/>
                </a:solidFill>
                <a:latin typeface="+mn-lt"/>
                <a:ea typeface="+mn-ea"/>
                <a:cs typeface="+mn-cs"/>
              </a:defRPr>
            </a:lvl9pPr>
          </a:lstStyle>
          <a:p>
            <a:pPr algn="ctr"/>
            <a:endParaRPr lang="en-US" dirty="0"/>
          </a:p>
        </p:txBody>
      </p:sp>
      <p:sp>
        <p:nvSpPr>
          <p:cNvPr id="76" name="Sprechblase: rechteckig mit abgerundeten Ecken 75">
            <a:extLst>
              <a:ext uri="{FF2B5EF4-FFF2-40B4-BE49-F238E27FC236}">
                <a16:creationId xmlns:a16="http://schemas.microsoft.com/office/drawing/2014/main" id="{379540A1-A9BD-4726-840A-6CFB5D6CAFD4}"/>
              </a:ext>
            </a:extLst>
          </p:cNvPr>
          <p:cNvSpPr/>
          <p:nvPr/>
        </p:nvSpPr>
        <p:spPr>
          <a:xfrm>
            <a:off x="8161279" y="36527709"/>
            <a:ext cx="753077" cy="375097"/>
          </a:xfrm>
          <a:prstGeom prst="wedgeRoundRectCallout">
            <a:avLst>
              <a:gd name="adj1" fmla="val 3351"/>
              <a:gd name="adj2" fmla="val -63925"/>
              <a:gd name="adj3" fmla="val 16667"/>
            </a:avLst>
          </a:prstGeom>
        </p:spPr>
        <p:style>
          <a:lnRef idx="2">
            <a:schemeClr val="dk1"/>
          </a:lnRef>
          <a:fillRef idx="1">
            <a:schemeClr val="lt1"/>
          </a:fillRef>
          <a:effectRef idx="0">
            <a:schemeClr val="dk1"/>
          </a:effectRef>
          <a:fontRef idx="minor">
            <a:schemeClr val="dk1"/>
          </a:fontRef>
        </p:style>
        <p:txBody>
          <a:bodyPr rtlCol="0" anchor="ctr"/>
          <a:lstStyle>
            <a:defPPr>
              <a:defRPr lang="de-DE"/>
            </a:defPPr>
            <a:lvl1pPr algn="l" rtl="0" eaLnBrk="0" fontAlgn="base" hangingPunct="0">
              <a:spcBef>
                <a:spcPct val="0"/>
              </a:spcBef>
              <a:spcAft>
                <a:spcPct val="0"/>
              </a:spcAft>
              <a:defRPr kern="1200">
                <a:solidFill>
                  <a:schemeClr val="dk1"/>
                </a:solidFill>
                <a:latin typeface="+mn-lt"/>
                <a:ea typeface="+mn-ea"/>
                <a:cs typeface="+mn-cs"/>
              </a:defRPr>
            </a:lvl1pPr>
            <a:lvl2pPr marL="457200" algn="l" rtl="0" eaLnBrk="0" fontAlgn="base" hangingPunct="0">
              <a:spcBef>
                <a:spcPct val="0"/>
              </a:spcBef>
              <a:spcAft>
                <a:spcPct val="0"/>
              </a:spcAft>
              <a:defRPr kern="1200">
                <a:solidFill>
                  <a:schemeClr val="dk1"/>
                </a:solidFill>
                <a:latin typeface="+mn-lt"/>
                <a:ea typeface="+mn-ea"/>
                <a:cs typeface="+mn-cs"/>
              </a:defRPr>
            </a:lvl2pPr>
            <a:lvl3pPr marL="914400" algn="l" rtl="0" eaLnBrk="0" fontAlgn="base" hangingPunct="0">
              <a:spcBef>
                <a:spcPct val="0"/>
              </a:spcBef>
              <a:spcAft>
                <a:spcPct val="0"/>
              </a:spcAft>
              <a:defRPr kern="1200">
                <a:solidFill>
                  <a:schemeClr val="dk1"/>
                </a:solidFill>
                <a:latin typeface="+mn-lt"/>
                <a:ea typeface="+mn-ea"/>
                <a:cs typeface="+mn-cs"/>
              </a:defRPr>
            </a:lvl3pPr>
            <a:lvl4pPr marL="1371600" algn="l" rtl="0" eaLnBrk="0" fontAlgn="base" hangingPunct="0">
              <a:spcBef>
                <a:spcPct val="0"/>
              </a:spcBef>
              <a:spcAft>
                <a:spcPct val="0"/>
              </a:spcAft>
              <a:defRPr kern="1200">
                <a:solidFill>
                  <a:schemeClr val="dk1"/>
                </a:solidFill>
                <a:latin typeface="+mn-lt"/>
                <a:ea typeface="+mn-ea"/>
                <a:cs typeface="+mn-cs"/>
              </a:defRPr>
            </a:lvl4pPr>
            <a:lvl5pPr marL="1828800" algn="l" rtl="0" eaLnBrk="0" fontAlgn="base" hangingPunct="0">
              <a:spcBef>
                <a:spcPct val="0"/>
              </a:spcBef>
              <a:spcAft>
                <a:spcPct val="0"/>
              </a:spcAft>
              <a:defRPr kern="1200">
                <a:solidFill>
                  <a:schemeClr val="dk1"/>
                </a:solidFill>
                <a:latin typeface="+mn-lt"/>
                <a:ea typeface="+mn-ea"/>
                <a:cs typeface="+mn-cs"/>
              </a:defRPr>
            </a:lvl5pPr>
            <a:lvl6pPr marL="2286000" algn="l" defTabSz="914400" rtl="0" eaLnBrk="1" latinLnBrk="0" hangingPunct="1">
              <a:defRPr kern="1200">
                <a:solidFill>
                  <a:schemeClr val="dk1"/>
                </a:solidFill>
                <a:latin typeface="+mn-lt"/>
                <a:ea typeface="+mn-ea"/>
                <a:cs typeface="+mn-cs"/>
              </a:defRPr>
            </a:lvl6pPr>
            <a:lvl7pPr marL="2743200" algn="l" defTabSz="914400" rtl="0" eaLnBrk="1" latinLnBrk="0" hangingPunct="1">
              <a:defRPr kern="1200">
                <a:solidFill>
                  <a:schemeClr val="dk1"/>
                </a:solidFill>
                <a:latin typeface="+mn-lt"/>
                <a:ea typeface="+mn-ea"/>
                <a:cs typeface="+mn-cs"/>
              </a:defRPr>
            </a:lvl7pPr>
            <a:lvl8pPr marL="3200400" algn="l" defTabSz="914400" rtl="0" eaLnBrk="1" latinLnBrk="0" hangingPunct="1">
              <a:defRPr kern="1200">
                <a:solidFill>
                  <a:schemeClr val="dk1"/>
                </a:solidFill>
                <a:latin typeface="+mn-lt"/>
                <a:ea typeface="+mn-ea"/>
                <a:cs typeface="+mn-cs"/>
              </a:defRPr>
            </a:lvl8pPr>
            <a:lvl9pPr marL="3657600" algn="l" defTabSz="914400" rtl="0" eaLnBrk="1" latinLnBrk="0" hangingPunct="1">
              <a:defRPr kern="1200">
                <a:solidFill>
                  <a:schemeClr val="dk1"/>
                </a:solidFill>
                <a:latin typeface="+mn-lt"/>
                <a:ea typeface="+mn-ea"/>
                <a:cs typeface="+mn-cs"/>
              </a:defRPr>
            </a:lvl9pPr>
          </a:lstStyle>
          <a:p>
            <a:pPr algn="ctr"/>
            <a:endParaRPr lang="en-US" dirty="0"/>
          </a:p>
        </p:txBody>
      </p:sp>
      <p:pic>
        <p:nvPicPr>
          <p:cNvPr id="77" name="Grafik 76">
            <a:extLst>
              <a:ext uri="{FF2B5EF4-FFF2-40B4-BE49-F238E27FC236}">
                <a16:creationId xmlns:a16="http://schemas.microsoft.com/office/drawing/2014/main" id="{0BF844A6-33AC-4AA8-8F94-6D8EC2B27096}"/>
              </a:ext>
            </a:extLst>
          </p:cNvPr>
          <p:cNvPicPr>
            <a:picLocks noChangeAspect="1"/>
          </p:cNvPicPr>
          <p:nvPr/>
        </p:nvPicPr>
        <p:blipFill>
          <a:blip r:embed="rId12"/>
          <a:stretch>
            <a:fillRect/>
          </a:stretch>
        </p:blipFill>
        <p:spPr>
          <a:xfrm>
            <a:off x="8341548" y="36567795"/>
            <a:ext cx="346178" cy="288282"/>
          </a:xfrm>
          <a:prstGeom prst="rect">
            <a:avLst/>
          </a:prstGeom>
        </p:spPr>
      </p:pic>
      <p:pic>
        <p:nvPicPr>
          <p:cNvPr id="78" name="Grafik 77">
            <a:extLst>
              <a:ext uri="{FF2B5EF4-FFF2-40B4-BE49-F238E27FC236}">
                <a16:creationId xmlns:a16="http://schemas.microsoft.com/office/drawing/2014/main" id="{5AE4E957-C354-452E-B7D2-9B6D577BA921}"/>
              </a:ext>
            </a:extLst>
          </p:cNvPr>
          <p:cNvPicPr>
            <a:picLocks noChangeAspect="1"/>
          </p:cNvPicPr>
          <p:nvPr/>
        </p:nvPicPr>
        <p:blipFill rotWithShape="1">
          <a:blip r:embed="rId13"/>
          <a:srcRect r="20138"/>
          <a:stretch/>
        </p:blipFill>
        <p:spPr>
          <a:xfrm>
            <a:off x="8361357" y="35567800"/>
            <a:ext cx="384123" cy="289181"/>
          </a:xfrm>
          <a:prstGeom prst="rect">
            <a:avLst/>
          </a:prstGeom>
        </p:spPr>
      </p:pic>
      <p:pic>
        <p:nvPicPr>
          <p:cNvPr id="79" name="Grafik 78">
            <a:extLst>
              <a:ext uri="{FF2B5EF4-FFF2-40B4-BE49-F238E27FC236}">
                <a16:creationId xmlns:a16="http://schemas.microsoft.com/office/drawing/2014/main" id="{5B40DF89-2AFD-4BD6-9995-3840DDD2528B}"/>
              </a:ext>
            </a:extLst>
          </p:cNvPr>
          <p:cNvPicPr>
            <a:picLocks noChangeAspect="1"/>
          </p:cNvPicPr>
          <p:nvPr/>
        </p:nvPicPr>
        <p:blipFill>
          <a:blip r:embed="rId16"/>
          <a:stretch>
            <a:fillRect/>
          </a:stretch>
        </p:blipFill>
        <p:spPr>
          <a:xfrm>
            <a:off x="8331948" y="36073114"/>
            <a:ext cx="403527" cy="262085"/>
          </a:xfrm>
          <a:prstGeom prst="rect">
            <a:avLst/>
          </a:prstGeom>
        </p:spPr>
      </p:pic>
      <p:sp>
        <p:nvSpPr>
          <p:cNvPr id="80" name="Sprechblase: rechteckig mit abgerundeten Ecken 79">
            <a:extLst>
              <a:ext uri="{FF2B5EF4-FFF2-40B4-BE49-F238E27FC236}">
                <a16:creationId xmlns:a16="http://schemas.microsoft.com/office/drawing/2014/main" id="{8F8A8102-2ACB-43C8-A1BC-102CABD90A0D}"/>
              </a:ext>
            </a:extLst>
          </p:cNvPr>
          <p:cNvSpPr/>
          <p:nvPr/>
        </p:nvSpPr>
        <p:spPr>
          <a:xfrm>
            <a:off x="8152600" y="33180870"/>
            <a:ext cx="753077" cy="375097"/>
          </a:xfrm>
          <a:prstGeom prst="wedgeRoundRectCallout">
            <a:avLst>
              <a:gd name="adj1" fmla="val 3351"/>
              <a:gd name="adj2" fmla="val -63925"/>
              <a:gd name="adj3" fmla="val 16667"/>
            </a:avLst>
          </a:prstGeom>
        </p:spPr>
        <p:style>
          <a:lnRef idx="2">
            <a:schemeClr val="dk1"/>
          </a:lnRef>
          <a:fillRef idx="1">
            <a:schemeClr val="lt1"/>
          </a:fillRef>
          <a:effectRef idx="0">
            <a:schemeClr val="dk1"/>
          </a:effectRef>
          <a:fontRef idx="minor">
            <a:schemeClr val="dk1"/>
          </a:fontRef>
        </p:style>
        <p:txBody>
          <a:bodyPr rtlCol="0" anchor="ctr"/>
          <a:lstStyle>
            <a:defPPr>
              <a:defRPr lang="de-DE"/>
            </a:defPPr>
            <a:lvl1pPr algn="l" rtl="0" eaLnBrk="0" fontAlgn="base" hangingPunct="0">
              <a:spcBef>
                <a:spcPct val="0"/>
              </a:spcBef>
              <a:spcAft>
                <a:spcPct val="0"/>
              </a:spcAft>
              <a:defRPr kern="1200">
                <a:solidFill>
                  <a:schemeClr val="dk1"/>
                </a:solidFill>
                <a:latin typeface="+mn-lt"/>
                <a:ea typeface="+mn-ea"/>
                <a:cs typeface="+mn-cs"/>
              </a:defRPr>
            </a:lvl1pPr>
            <a:lvl2pPr marL="457200" algn="l" rtl="0" eaLnBrk="0" fontAlgn="base" hangingPunct="0">
              <a:spcBef>
                <a:spcPct val="0"/>
              </a:spcBef>
              <a:spcAft>
                <a:spcPct val="0"/>
              </a:spcAft>
              <a:defRPr kern="1200">
                <a:solidFill>
                  <a:schemeClr val="dk1"/>
                </a:solidFill>
                <a:latin typeface="+mn-lt"/>
                <a:ea typeface="+mn-ea"/>
                <a:cs typeface="+mn-cs"/>
              </a:defRPr>
            </a:lvl2pPr>
            <a:lvl3pPr marL="914400" algn="l" rtl="0" eaLnBrk="0" fontAlgn="base" hangingPunct="0">
              <a:spcBef>
                <a:spcPct val="0"/>
              </a:spcBef>
              <a:spcAft>
                <a:spcPct val="0"/>
              </a:spcAft>
              <a:defRPr kern="1200">
                <a:solidFill>
                  <a:schemeClr val="dk1"/>
                </a:solidFill>
                <a:latin typeface="+mn-lt"/>
                <a:ea typeface="+mn-ea"/>
                <a:cs typeface="+mn-cs"/>
              </a:defRPr>
            </a:lvl3pPr>
            <a:lvl4pPr marL="1371600" algn="l" rtl="0" eaLnBrk="0" fontAlgn="base" hangingPunct="0">
              <a:spcBef>
                <a:spcPct val="0"/>
              </a:spcBef>
              <a:spcAft>
                <a:spcPct val="0"/>
              </a:spcAft>
              <a:defRPr kern="1200">
                <a:solidFill>
                  <a:schemeClr val="dk1"/>
                </a:solidFill>
                <a:latin typeface="+mn-lt"/>
                <a:ea typeface="+mn-ea"/>
                <a:cs typeface="+mn-cs"/>
              </a:defRPr>
            </a:lvl4pPr>
            <a:lvl5pPr marL="1828800" algn="l" rtl="0" eaLnBrk="0" fontAlgn="base" hangingPunct="0">
              <a:spcBef>
                <a:spcPct val="0"/>
              </a:spcBef>
              <a:spcAft>
                <a:spcPct val="0"/>
              </a:spcAft>
              <a:defRPr kern="1200">
                <a:solidFill>
                  <a:schemeClr val="dk1"/>
                </a:solidFill>
                <a:latin typeface="+mn-lt"/>
                <a:ea typeface="+mn-ea"/>
                <a:cs typeface="+mn-cs"/>
              </a:defRPr>
            </a:lvl5pPr>
            <a:lvl6pPr marL="2286000" algn="l" defTabSz="914400" rtl="0" eaLnBrk="1" latinLnBrk="0" hangingPunct="1">
              <a:defRPr kern="1200">
                <a:solidFill>
                  <a:schemeClr val="dk1"/>
                </a:solidFill>
                <a:latin typeface="+mn-lt"/>
                <a:ea typeface="+mn-ea"/>
                <a:cs typeface="+mn-cs"/>
              </a:defRPr>
            </a:lvl6pPr>
            <a:lvl7pPr marL="2743200" algn="l" defTabSz="914400" rtl="0" eaLnBrk="1" latinLnBrk="0" hangingPunct="1">
              <a:defRPr kern="1200">
                <a:solidFill>
                  <a:schemeClr val="dk1"/>
                </a:solidFill>
                <a:latin typeface="+mn-lt"/>
                <a:ea typeface="+mn-ea"/>
                <a:cs typeface="+mn-cs"/>
              </a:defRPr>
            </a:lvl7pPr>
            <a:lvl8pPr marL="3200400" algn="l" defTabSz="914400" rtl="0" eaLnBrk="1" latinLnBrk="0" hangingPunct="1">
              <a:defRPr kern="1200">
                <a:solidFill>
                  <a:schemeClr val="dk1"/>
                </a:solidFill>
                <a:latin typeface="+mn-lt"/>
                <a:ea typeface="+mn-ea"/>
                <a:cs typeface="+mn-cs"/>
              </a:defRPr>
            </a:lvl8pPr>
            <a:lvl9pPr marL="3657600" algn="l" defTabSz="914400" rtl="0" eaLnBrk="1" latinLnBrk="0" hangingPunct="1">
              <a:defRPr kern="1200">
                <a:solidFill>
                  <a:schemeClr val="dk1"/>
                </a:solidFill>
                <a:latin typeface="+mn-lt"/>
                <a:ea typeface="+mn-ea"/>
                <a:cs typeface="+mn-cs"/>
              </a:defRPr>
            </a:lvl9pPr>
          </a:lstStyle>
          <a:p>
            <a:pPr algn="ctr"/>
            <a:endParaRPr lang="en-US" dirty="0"/>
          </a:p>
        </p:txBody>
      </p:sp>
      <p:sp>
        <p:nvSpPr>
          <p:cNvPr id="81" name="Sprechblase: rechteckig mit abgerundeten Ecken 80">
            <a:extLst>
              <a:ext uri="{FF2B5EF4-FFF2-40B4-BE49-F238E27FC236}">
                <a16:creationId xmlns:a16="http://schemas.microsoft.com/office/drawing/2014/main" id="{B3BADA49-1B1A-4971-99B4-58A8959A6D62}"/>
              </a:ext>
            </a:extLst>
          </p:cNvPr>
          <p:cNvSpPr/>
          <p:nvPr/>
        </p:nvSpPr>
        <p:spPr>
          <a:xfrm>
            <a:off x="8154069" y="33676300"/>
            <a:ext cx="753077" cy="375097"/>
          </a:xfrm>
          <a:prstGeom prst="wedgeRoundRectCallout">
            <a:avLst>
              <a:gd name="adj1" fmla="val 3351"/>
              <a:gd name="adj2" fmla="val -63925"/>
              <a:gd name="adj3" fmla="val 16667"/>
            </a:avLst>
          </a:prstGeom>
        </p:spPr>
        <p:style>
          <a:lnRef idx="2">
            <a:schemeClr val="dk1"/>
          </a:lnRef>
          <a:fillRef idx="1">
            <a:schemeClr val="lt1"/>
          </a:fillRef>
          <a:effectRef idx="0">
            <a:schemeClr val="dk1"/>
          </a:effectRef>
          <a:fontRef idx="minor">
            <a:schemeClr val="dk1"/>
          </a:fontRef>
        </p:style>
        <p:txBody>
          <a:bodyPr rtlCol="0" anchor="ctr"/>
          <a:lstStyle>
            <a:defPPr>
              <a:defRPr lang="de-DE"/>
            </a:defPPr>
            <a:lvl1pPr algn="l" rtl="0" eaLnBrk="0" fontAlgn="base" hangingPunct="0">
              <a:spcBef>
                <a:spcPct val="0"/>
              </a:spcBef>
              <a:spcAft>
                <a:spcPct val="0"/>
              </a:spcAft>
              <a:defRPr kern="1200">
                <a:solidFill>
                  <a:schemeClr val="dk1"/>
                </a:solidFill>
                <a:latin typeface="+mn-lt"/>
                <a:ea typeface="+mn-ea"/>
                <a:cs typeface="+mn-cs"/>
              </a:defRPr>
            </a:lvl1pPr>
            <a:lvl2pPr marL="457200" algn="l" rtl="0" eaLnBrk="0" fontAlgn="base" hangingPunct="0">
              <a:spcBef>
                <a:spcPct val="0"/>
              </a:spcBef>
              <a:spcAft>
                <a:spcPct val="0"/>
              </a:spcAft>
              <a:defRPr kern="1200">
                <a:solidFill>
                  <a:schemeClr val="dk1"/>
                </a:solidFill>
                <a:latin typeface="+mn-lt"/>
                <a:ea typeface="+mn-ea"/>
                <a:cs typeface="+mn-cs"/>
              </a:defRPr>
            </a:lvl2pPr>
            <a:lvl3pPr marL="914400" algn="l" rtl="0" eaLnBrk="0" fontAlgn="base" hangingPunct="0">
              <a:spcBef>
                <a:spcPct val="0"/>
              </a:spcBef>
              <a:spcAft>
                <a:spcPct val="0"/>
              </a:spcAft>
              <a:defRPr kern="1200">
                <a:solidFill>
                  <a:schemeClr val="dk1"/>
                </a:solidFill>
                <a:latin typeface="+mn-lt"/>
                <a:ea typeface="+mn-ea"/>
                <a:cs typeface="+mn-cs"/>
              </a:defRPr>
            </a:lvl3pPr>
            <a:lvl4pPr marL="1371600" algn="l" rtl="0" eaLnBrk="0" fontAlgn="base" hangingPunct="0">
              <a:spcBef>
                <a:spcPct val="0"/>
              </a:spcBef>
              <a:spcAft>
                <a:spcPct val="0"/>
              </a:spcAft>
              <a:defRPr kern="1200">
                <a:solidFill>
                  <a:schemeClr val="dk1"/>
                </a:solidFill>
                <a:latin typeface="+mn-lt"/>
                <a:ea typeface="+mn-ea"/>
                <a:cs typeface="+mn-cs"/>
              </a:defRPr>
            </a:lvl4pPr>
            <a:lvl5pPr marL="1828800" algn="l" rtl="0" eaLnBrk="0" fontAlgn="base" hangingPunct="0">
              <a:spcBef>
                <a:spcPct val="0"/>
              </a:spcBef>
              <a:spcAft>
                <a:spcPct val="0"/>
              </a:spcAft>
              <a:defRPr kern="1200">
                <a:solidFill>
                  <a:schemeClr val="dk1"/>
                </a:solidFill>
                <a:latin typeface="+mn-lt"/>
                <a:ea typeface="+mn-ea"/>
                <a:cs typeface="+mn-cs"/>
              </a:defRPr>
            </a:lvl5pPr>
            <a:lvl6pPr marL="2286000" algn="l" defTabSz="914400" rtl="0" eaLnBrk="1" latinLnBrk="0" hangingPunct="1">
              <a:defRPr kern="1200">
                <a:solidFill>
                  <a:schemeClr val="dk1"/>
                </a:solidFill>
                <a:latin typeface="+mn-lt"/>
                <a:ea typeface="+mn-ea"/>
                <a:cs typeface="+mn-cs"/>
              </a:defRPr>
            </a:lvl6pPr>
            <a:lvl7pPr marL="2743200" algn="l" defTabSz="914400" rtl="0" eaLnBrk="1" latinLnBrk="0" hangingPunct="1">
              <a:defRPr kern="1200">
                <a:solidFill>
                  <a:schemeClr val="dk1"/>
                </a:solidFill>
                <a:latin typeface="+mn-lt"/>
                <a:ea typeface="+mn-ea"/>
                <a:cs typeface="+mn-cs"/>
              </a:defRPr>
            </a:lvl7pPr>
            <a:lvl8pPr marL="3200400" algn="l" defTabSz="914400" rtl="0" eaLnBrk="1" latinLnBrk="0" hangingPunct="1">
              <a:defRPr kern="1200">
                <a:solidFill>
                  <a:schemeClr val="dk1"/>
                </a:solidFill>
                <a:latin typeface="+mn-lt"/>
                <a:ea typeface="+mn-ea"/>
                <a:cs typeface="+mn-cs"/>
              </a:defRPr>
            </a:lvl8pPr>
            <a:lvl9pPr marL="3657600" algn="l" defTabSz="914400" rtl="0" eaLnBrk="1" latinLnBrk="0" hangingPunct="1">
              <a:defRPr kern="1200">
                <a:solidFill>
                  <a:schemeClr val="dk1"/>
                </a:solidFill>
                <a:latin typeface="+mn-lt"/>
                <a:ea typeface="+mn-ea"/>
                <a:cs typeface="+mn-cs"/>
              </a:defRPr>
            </a:lvl9pPr>
          </a:lstStyle>
          <a:p>
            <a:pPr algn="ctr"/>
            <a:endParaRPr lang="en-US" dirty="0"/>
          </a:p>
        </p:txBody>
      </p:sp>
      <p:sp>
        <p:nvSpPr>
          <p:cNvPr id="82" name="Sprechblase: rechteckig mit abgerundeten Ecken 81">
            <a:extLst>
              <a:ext uri="{FF2B5EF4-FFF2-40B4-BE49-F238E27FC236}">
                <a16:creationId xmlns:a16="http://schemas.microsoft.com/office/drawing/2014/main" id="{2AD25B12-B93A-44C0-B97D-DDAEE554E7EB}"/>
              </a:ext>
            </a:extLst>
          </p:cNvPr>
          <p:cNvSpPr/>
          <p:nvPr/>
        </p:nvSpPr>
        <p:spPr>
          <a:xfrm>
            <a:off x="8150303" y="34174332"/>
            <a:ext cx="753077" cy="375097"/>
          </a:xfrm>
          <a:prstGeom prst="wedgeRoundRectCallout">
            <a:avLst>
              <a:gd name="adj1" fmla="val 3351"/>
              <a:gd name="adj2" fmla="val -63925"/>
              <a:gd name="adj3" fmla="val 16667"/>
            </a:avLst>
          </a:prstGeom>
        </p:spPr>
        <p:style>
          <a:lnRef idx="2">
            <a:schemeClr val="dk1"/>
          </a:lnRef>
          <a:fillRef idx="1">
            <a:schemeClr val="lt1"/>
          </a:fillRef>
          <a:effectRef idx="0">
            <a:schemeClr val="dk1"/>
          </a:effectRef>
          <a:fontRef idx="minor">
            <a:schemeClr val="dk1"/>
          </a:fontRef>
        </p:style>
        <p:txBody>
          <a:bodyPr rtlCol="0" anchor="ctr"/>
          <a:lstStyle>
            <a:defPPr>
              <a:defRPr lang="de-DE"/>
            </a:defPPr>
            <a:lvl1pPr algn="l" rtl="0" eaLnBrk="0" fontAlgn="base" hangingPunct="0">
              <a:spcBef>
                <a:spcPct val="0"/>
              </a:spcBef>
              <a:spcAft>
                <a:spcPct val="0"/>
              </a:spcAft>
              <a:defRPr kern="1200">
                <a:solidFill>
                  <a:schemeClr val="dk1"/>
                </a:solidFill>
                <a:latin typeface="+mn-lt"/>
                <a:ea typeface="+mn-ea"/>
                <a:cs typeface="+mn-cs"/>
              </a:defRPr>
            </a:lvl1pPr>
            <a:lvl2pPr marL="457200" algn="l" rtl="0" eaLnBrk="0" fontAlgn="base" hangingPunct="0">
              <a:spcBef>
                <a:spcPct val="0"/>
              </a:spcBef>
              <a:spcAft>
                <a:spcPct val="0"/>
              </a:spcAft>
              <a:defRPr kern="1200">
                <a:solidFill>
                  <a:schemeClr val="dk1"/>
                </a:solidFill>
                <a:latin typeface="+mn-lt"/>
                <a:ea typeface="+mn-ea"/>
                <a:cs typeface="+mn-cs"/>
              </a:defRPr>
            </a:lvl2pPr>
            <a:lvl3pPr marL="914400" algn="l" rtl="0" eaLnBrk="0" fontAlgn="base" hangingPunct="0">
              <a:spcBef>
                <a:spcPct val="0"/>
              </a:spcBef>
              <a:spcAft>
                <a:spcPct val="0"/>
              </a:spcAft>
              <a:defRPr kern="1200">
                <a:solidFill>
                  <a:schemeClr val="dk1"/>
                </a:solidFill>
                <a:latin typeface="+mn-lt"/>
                <a:ea typeface="+mn-ea"/>
                <a:cs typeface="+mn-cs"/>
              </a:defRPr>
            </a:lvl3pPr>
            <a:lvl4pPr marL="1371600" algn="l" rtl="0" eaLnBrk="0" fontAlgn="base" hangingPunct="0">
              <a:spcBef>
                <a:spcPct val="0"/>
              </a:spcBef>
              <a:spcAft>
                <a:spcPct val="0"/>
              </a:spcAft>
              <a:defRPr kern="1200">
                <a:solidFill>
                  <a:schemeClr val="dk1"/>
                </a:solidFill>
                <a:latin typeface="+mn-lt"/>
                <a:ea typeface="+mn-ea"/>
                <a:cs typeface="+mn-cs"/>
              </a:defRPr>
            </a:lvl4pPr>
            <a:lvl5pPr marL="1828800" algn="l" rtl="0" eaLnBrk="0" fontAlgn="base" hangingPunct="0">
              <a:spcBef>
                <a:spcPct val="0"/>
              </a:spcBef>
              <a:spcAft>
                <a:spcPct val="0"/>
              </a:spcAft>
              <a:defRPr kern="1200">
                <a:solidFill>
                  <a:schemeClr val="dk1"/>
                </a:solidFill>
                <a:latin typeface="+mn-lt"/>
                <a:ea typeface="+mn-ea"/>
                <a:cs typeface="+mn-cs"/>
              </a:defRPr>
            </a:lvl5pPr>
            <a:lvl6pPr marL="2286000" algn="l" defTabSz="914400" rtl="0" eaLnBrk="1" latinLnBrk="0" hangingPunct="1">
              <a:defRPr kern="1200">
                <a:solidFill>
                  <a:schemeClr val="dk1"/>
                </a:solidFill>
                <a:latin typeface="+mn-lt"/>
                <a:ea typeface="+mn-ea"/>
                <a:cs typeface="+mn-cs"/>
              </a:defRPr>
            </a:lvl6pPr>
            <a:lvl7pPr marL="2743200" algn="l" defTabSz="914400" rtl="0" eaLnBrk="1" latinLnBrk="0" hangingPunct="1">
              <a:defRPr kern="1200">
                <a:solidFill>
                  <a:schemeClr val="dk1"/>
                </a:solidFill>
                <a:latin typeface="+mn-lt"/>
                <a:ea typeface="+mn-ea"/>
                <a:cs typeface="+mn-cs"/>
              </a:defRPr>
            </a:lvl7pPr>
            <a:lvl8pPr marL="3200400" algn="l" defTabSz="914400" rtl="0" eaLnBrk="1" latinLnBrk="0" hangingPunct="1">
              <a:defRPr kern="1200">
                <a:solidFill>
                  <a:schemeClr val="dk1"/>
                </a:solidFill>
                <a:latin typeface="+mn-lt"/>
                <a:ea typeface="+mn-ea"/>
                <a:cs typeface="+mn-cs"/>
              </a:defRPr>
            </a:lvl8pPr>
            <a:lvl9pPr marL="3657600" algn="l" defTabSz="914400" rtl="0" eaLnBrk="1" latinLnBrk="0" hangingPunct="1">
              <a:defRPr kern="1200">
                <a:solidFill>
                  <a:schemeClr val="dk1"/>
                </a:solidFill>
                <a:latin typeface="+mn-lt"/>
                <a:ea typeface="+mn-ea"/>
                <a:cs typeface="+mn-cs"/>
              </a:defRPr>
            </a:lvl9pPr>
          </a:lstStyle>
          <a:p>
            <a:pPr algn="ctr"/>
            <a:endParaRPr lang="en-US" dirty="0"/>
          </a:p>
        </p:txBody>
      </p:sp>
      <p:pic>
        <p:nvPicPr>
          <p:cNvPr id="83" name="Grafik 82">
            <a:extLst>
              <a:ext uri="{FF2B5EF4-FFF2-40B4-BE49-F238E27FC236}">
                <a16:creationId xmlns:a16="http://schemas.microsoft.com/office/drawing/2014/main" id="{015356D3-12B7-44A0-BB30-81C8EB730265}"/>
              </a:ext>
            </a:extLst>
          </p:cNvPr>
          <p:cNvPicPr>
            <a:picLocks noChangeAspect="1"/>
          </p:cNvPicPr>
          <p:nvPr/>
        </p:nvPicPr>
        <p:blipFill>
          <a:blip r:embed="rId11"/>
          <a:stretch>
            <a:fillRect/>
          </a:stretch>
        </p:blipFill>
        <p:spPr>
          <a:xfrm>
            <a:off x="8337317" y="33217455"/>
            <a:ext cx="331325" cy="311066"/>
          </a:xfrm>
          <a:prstGeom prst="rect">
            <a:avLst/>
          </a:prstGeom>
        </p:spPr>
      </p:pic>
      <p:pic>
        <p:nvPicPr>
          <p:cNvPr id="84" name="Grafik 83">
            <a:extLst>
              <a:ext uri="{FF2B5EF4-FFF2-40B4-BE49-F238E27FC236}">
                <a16:creationId xmlns:a16="http://schemas.microsoft.com/office/drawing/2014/main" id="{9AEDB862-A1B5-4358-8D03-A2D843C61CE0}"/>
              </a:ext>
            </a:extLst>
          </p:cNvPr>
          <p:cNvPicPr>
            <a:picLocks noChangeAspect="1"/>
          </p:cNvPicPr>
          <p:nvPr/>
        </p:nvPicPr>
        <p:blipFill>
          <a:blip r:embed="rId15"/>
          <a:stretch>
            <a:fillRect/>
          </a:stretch>
        </p:blipFill>
        <p:spPr>
          <a:xfrm>
            <a:off x="8306023" y="33775674"/>
            <a:ext cx="441635" cy="195930"/>
          </a:xfrm>
          <a:prstGeom prst="rect">
            <a:avLst/>
          </a:prstGeom>
        </p:spPr>
      </p:pic>
      <p:pic>
        <p:nvPicPr>
          <p:cNvPr id="85" name="Grafik 84">
            <a:extLst>
              <a:ext uri="{FF2B5EF4-FFF2-40B4-BE49-F238E27FC236}">
                <a16:creationId xmlns:a16="http://schemas.microsoft.com/office/drawing/2014/main" id="{97408DC2-F63E-4A00-8D24-5F3E74BA04F4}"/>
              </a:ext>
            </a:extLst>
          </p:cNvPr>
          <p:cNvPicPr>
            <a:picLocks noChangeAspect="1"/>
          </p:cNvPicPr>
          <p:nvPr/>
        </p:nvPicPr>
        <p:blipFill>
          <a:blip r:embed="rId14"/>
          <a:stretch>
            <a:fillRect/>
          </a:stretch>
        </p:blipFill>
        <p:spPr>
          <a:xfrm>
            <a:off x="8301513" y="34250311"/>
            <a:ext cx="478472" cy="220116"/>
          </a:xfrm>
          <a:prstGeom prst="rect">
            <a:avLst/>
          </a:prstGeom>
        </p:spPr>
      </p:pic>
      <p:pic>
        <p:nvPicPr>
          <p:cNvPr id="86" name="Grafik 85" descr="Benutzer">
            <a:extLst>
              <a:ext uri="{FF2B5EF4-FFF2-40B4-BE49-F238E27FC236}">
                <a16:creationId xmlns:a16="http://schemas.microsoft.com/office/drawing/2014/main" id="{E6B9A18A-3087-4860-A2A2-02069643179F}"/>
              </a:ext>
            </a:extLst>
          </p:cNvPr>
          <p:cNvPicPr>
            <a:picLocks noChangeAspect="1"/>
          </p:cNvPicPr>
          <p:nvPr/>
        </p:nvPicPr>
        <p:blipFill>
          <a:blip r:embed="rId30">
            <a:extLst>
              <a:ext uri="{28A0092B-C50C-407E-A947-70E740481C1C}">
                <a14:useLocalDpi xmlns:a14="http://schemas.microsoft.com/office/drawing/2010/main" val="0"/>
              </a:ext>
              <a:ext uri="{96DAC541-7B7A-43D3-8B79-37D633B846F1}">
                <asvg:svgBlip xmlns:asvg="http://schemas.microsoft.com/office/drawing/2016/SVG/main" r:embed="rId31"/>
              </a:ext>
            </a:extLst>
          </a:blip>
          <a:stretch>
            <a:fillRect/>
          </a:stretch>
        </p:blipFill>
        <p:spPr>
          <a:xfrm>
            <a:off x="11243185" y="32418794"/>
            <a:ext cx="731766" cy="731766"/>
          </a:xfrm>
          <a:prstGeom prst="rect">
            <a:avLst/>
          </a:prstGeom>
        </p:spPr>
      </p:pic>
      <p:sp>
        <p:nvSpPr>
          <p:cNvPr id="87" name="Textfeld 49">
            <a:extLst>
              <a:ext uri="{FF2B5EF4-FFF2-40B4-BE49-F238E27FC236}">
                <a16:creationId xmlns:a16="http://schemas.microsoft.com/office/drawing/2014/main" id="{BCA7EF05-9111-4E38-8357-48FA2A6CE9CD}"/>
              </a:ext>
            </a:extLst>
          </p:cNvPr>
          <p:cNvSpPr txBox="1"/>
          <p:nvPr/>
        </p:nvSpPr>
        <p:spPr>
          <a:xfrm>
            <a:off x="11460815" y="32772769"/>
            <a:ext cx="332818" cy="307777"/>
          </a:xfrm>
          <a:prstGeom prst="rect">
            <a:avLst/>
          </a:prstGeom>
          <a:noFill/>
        </p:spPr>
        <p:txBody>
          <a:bodyPr wrap="square" rtlCol="0">
            <a:spAutoFit/>
          </a:bodyPr>
          <a:lstStyle>
            <a:defPPr>
              <a:defRPr lang="de-DE"/>
            </a:defPPr>
            <a:lvl1pPr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5pPr>
            <a:lvl6pPr marL="2286000" algn="l" defTabSz="9144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6pPr>
            <a:lvl7pPr marL="2743200" algn="l" defTabSz="9144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7pPr>
            <a:lvl8pPr marL="3200400" algn="l" defTabSz="9144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8pPr>
            <a:lvl9pPr marL="3657600" algn="l" defTabSz="9144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9pPr>
          </a:lstStyle>
          <a:p>
            <a:r>
              <a:rPr lang="en-US" sz="1400" b="1" dirty="0">
                <a:solidFill>
                  <a:schemeClr val="bg1"/>
                </a:solidFill>
              </a:rPr>
              <a:t>A</a:t>
            </a:r>
          </a:p>
        </p:txBody>
      </p:sp>
      <p:pic>
        <p:nvPicPr>
          <p:cNvPr id="88" name="Grafik 87" descr="Benutzer">
            <a:extLst>
              <a:ext uri="{FF2B5EF4-FFF2-40B4-BE49-F238E27FC236}">
                <a16:creationId xmlns:a16="http://schemas.microsoft.com/office/drawing/2014/main" id="{FB9DFC86-6B86-4524-9D47-95F71C0ED266}"/>
              </a:ext>
            </a:extLst>
          </p:cNvPr>
          <p:cNvPicPr>
            <a:picLocks noChangeAspect="1"/>
          </p:cNvPicPr>
          <p:nvPr/>
        </p:nvPicPr>
        <p:blipFill>
          <a:blip r:embed="rId32">
            <a:extLst>
              <a:ext uri="{28A0092B-C50C-407E-A947-70E740481C1C}">
                <a14:useLocalDpi xmlns:a14="http://schemas.microsoft.com/office/drawing/2010/main" val="0"/>
              </a:ext>
              <a:ext uri="{96DAC541-7B7A-43D3-8B79-37D633B846F1}">
                <asvg:svgBlip xmlns:asvg="http://schemas.microsoft.com/office/drawing/2016/SVG/main" r:embed="rId33"/>
              </a:ext>
            </a:extLst>
          </a:blip>
          <a:stretch>
            <a:fillRect/>
          </a:stretch>
        </p:blipFill>
        <p:spPr>
          <a:xfrm>
            <a:off x="11240509" y="34748268"/>
            <a:ext cx="731766" cy="731766"/>
          </a:xfrm>
          <a:prstGeom prst="rect">
            <a:avLst/>
          </a:prstGeom>
        </p:spPr>
      </p:pic>
      <p:sp>
        <p:nvSpPr>
          <p:cNvPr id="89" name="Textfeld 24">
            <a:extLst>
              <a:ext uri="{FF2B5EF4-FFF2-40B4-BE49-F238E27FC236}">
                <a16:creationId xmlns:a16="http://schemas.microsoft.com/office/drawing/2014/main" id="{07FE265A-8711-41A3-9689-1F37C1DD723D}"/>
              </a:ext>
            </a:extLst>
          </p:cNvPr>
          <p:cNvSpPr txBox="1"/>
          <p:nvPr/>
        </p:nvSpPr>
        <p:spPr>
          <a:xfrm>
            <a:off x="11466571" y="35087857"/>
            <a:ext cx="415882" cy="307777"/>
          </a:xfrm>
          <a:prstGeom prst="rect">
            <a:avLst/>
          </a:prstGeom>
          <a:noFill/>
        </p:spPr>
        <p:txBody>
          <a:bodyPr wrap="square" rtlCol="0">
            <a:spAutoFit/>
          </a:bodyPr>
          <a:lstStyle>
            <a:defPPr>
              <a:defRPr lang="de-DE"/>
            </a:defPPr>
            <a:lvl1pPr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5pPr>
            <a:lvl6pPr marL="2286000" algn="l" defTabSz="9144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6pPr>
            <a:lvl7pPr marL="2743200" algn="l" defTabSz="9144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7pPr>
            <a:lvl8pPr marL="3200400" algn="l" defTabSz="9144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8pPr>
            <a:lvl9pPr marL="3657600" algn="l" defTabSz="9144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9pPr>
          </a:lstStyle>
          <a:p>
            <a:r>
              <a:rPr lang="en-US" sz="1400" b="1" dirty="0">
                <a:solidFill>
                  <a:schemeClr val="bg1"/>
                </a:solidFill>
              </a:rPr>
              <a:t>B</a:t>
            </a:r>
          </a:p>
        </p:txBody>
      </p:sp>
      <p:sp>
        <p:nvSpPr>
          <p:cNvPr id="90" name="Pfeil: nach rechts 89">
            <a:extLst>
              <a:ext uri="{FF2B5EF4-FFF2-40B4-BE49-F238E27FC236}">
                <a16:creationId xmlns:a16="http://schemas.microsoft.com/office/drawing/2014/main" id="{14F69A4C-6CF1-4C9E-9647-264032B0364C}"/>
              </a:ext>
            </a:extLst>
          </p:cNvPr>
          <p:cNvSpPr/>
          <p:nvPr/>
        </p:nvSpPr>
        <p:spPr>
          <a:xfrm>
            <a:off x="6533422" y="33175015"/>
            <a:ext cx="1569717" cy="427544"/>
          </a:xfrm>
          <a:prstGeom prst="rightArrow">
            <a:avLst/>
          </a:prstGeom>
          <a:solidFill>
            <a:srgbClr val="D5552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1" name="Pfeil: nach rechts 90">
            <a:extLst>
              <a:ext uri="{FF2B5EF4-FFF2-40B4-BE49-F238E27FC236}">
                <a16:creationId xmlns:a16="http://schemas.microsoft.com/office/drawing/2014/main" id="{4F2A4661-E740-4E76-B16A-93CC5749845F}"/>
              </a:ext>
            </a:extLst>
          </p:cNvPr>
          <p:cNvSpPr/>
          <p:nvPr/>
        </p:nvSpPr>
        <p:spPr>
          <a:xfrm>
            <a:off x="6521389" y="36449969"/>
            <a:ext cx="1581750" cy="430887"/>
          </a:xfrm>
          <a:prstGeom prst="rightArrow">
            <a:avLst/>
          </a:prstGeom>
          <a:solidFill>
            <a:srgbClr val="D5552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2" name="Rechteck 91">
            <a:extLst>
              <a:ext uri="{FF2B5EF4-FFF2-40B4-BE49-F238E27FC236}">
                <a16:creationId xmlns:a16="http://schemas.microsoft.com/office/drawing/2014/main" id="{7E533742-1A82-4CC4-BBC7-A37A21AE95F3}"/>
              </a:ext>
            </a:extLst>
          </p:cNvPr>
          <p:cNvSpPr/>
          <p:nvPr/>
        </p:nvSpPr>
        <p:spPr>
          <a:xfrm>
            <a:off x="6536696" y="33736977"/>
            <a:ext cx="334144" cy="204292"/>
          </a:xfrm>
          <a:prstGeom prst="rect">
            <a:avLst/>
          </a:prstGeom>
          <a:solidFill>
            <a:srgbClr val="5F57D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3" name="Halbbogen 92">
            <a:extLst>
              <a:ext uri="{FF2B5EF4-FFF2-40B4-BE49-F238E27FC236}">
                <a16:creationId xmlns:a16="http://schemas.microsoft.com/office/drawing/2014/main" id="{8C396CDB-D951-4877-92F8-12240491C6BD}"/>
              </a:ext>
            </a:extLst>
          </p:cNvPr>
          <p:cNvSpPr/>
          <p:nvPr/>
        </p:nvSpPr>
        <p:spPr>
          <a:xfrm rot="5400000">
            <a:off x="6529249" y="35558357"/>
            <a:ext cx="645263" cy="754159"/>
          </a:xfrm>
          <a:prstGeom prst="blockArc">
            <a:avLst>
              <a:gd name="adj1" fmla="val 16203903"/>
              <a:gd name="adj2" fmla="val 15"/>
              <a:gd name="adj3" fmla="val 32606"/>
            </a:avLst>
          </a:prstGeom>
          <a:solidFill>
            <a:srgbClr val="5F57D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94" name="Halbbogen 93">
            <a:extLst>
              <a:ext uri="{FF2B5EF4-FFF2-40B4-BE49-F238E27FC236}">
                <a16:creationId xmlns:a16="http://schemas.microsoft.com/office/drawing/2014/main" id="{AAE4A3F9-8873-490A-8BC1-B3103B39D50B}"/>
              </a:ext>
            </a:extLst>
          </p:cNvPr>
          <p:cNvSpPr/>
          <p:nvPr/>
        </p:nvSpPr>
        <p:spPr>
          <a:xfrm rot="16200000">
            <a:off x="7071782" y="34195705"/>
            <a:ext cx="645263" cy="754159"/>
          </a:xfrm>
          <a:prstGeom prst="blockArc">
            <a:avLst>
              <a:gd name="adj1" fmla="val 16203903"/>
              <a:gd name="adj2" fmla="val 480382"/>
              <a:gd name="adj3" fmla="val 33589"/>
            </a:avLst>
          </a:prstGeom>
          <a:solidFill>
            <a:srgbClr val="5F57D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95" name="Pfeil: nach rechts 94">
            <a:extLst>
              <a:ext uri="{FF2B5EF4-FFF2-40B4-BE49-F238E27FC236}">
                <a16:creationId xmlns:a16="http://schemas.microsoft.com/office/drawing/2014/main" id="{94F66FA8-F873-462E-9F18-8844255C549C}"/>
              </a:ext>
            </a:extLst>
          </p:cNvPr>
          <p:cNvSpPr/>
          <p:nvPr/>
        </p:nvSpPr>
        <p:spPr>
          <a:xfrm>
            <a:off x="7385482" y="34146597"/>
            <a:ext cx="697291" cy="427544"/>
          </a:xfrm>
          <a:prstGeom prst="rightArrow">
            <a:avLst/>
          </a:prstGeom>
          <a:solidFill>
            <a:srgbClr val="5F57D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6" name="Halbbogen 95">
            <a:extLst>
              <a:ext uri="{FF2B5EF4-FFF2-40B4-BE49-F238E27FC236}">
                <a16:creationId xmlns:a16="http://schemas.microsoft.com/office/drawing/2014/main" id="{01DE86FB-B748-41E6-A447-A5C9F942FE82}"/>
              </a:ext>
            </a:extLst>
          </p:cNvPr>
          <p:cNvSpPr/>
          <p:nvPr/>
        </p:nvSpPr>
        <p:spPr>
          <a:xfrm rot="16200000" flipV="1">
            <a:off x="6535129" y="33682529"/>
            <a:ext cx="645263" cy="754159"/>
          </a:xfrm>
          <a:prstGeom prst="blockArc">
            <a:avLst>
              <a:gd name="adj1" fmla="val 15698182"/>
              <a:gd name="adj2" fmla="val 15"/>
              <a:gd name="adj3" fmla="val 32606"/>
            </a:avLst>
          </a:prstGeom>
          <a:solidFill>
            <a:srgbClr val="5F57D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100" name="Rechteck 99">
            <a:extLst>
              <a:ext uri="{FF2B5EF4-FFF2-40B4-BE49-F238E27FC236}">
                <a16:creationId xmlns:a16="http://schemas.microsoft.com/office/drawing/2014/main" id="{0B0EA3C4-E32E-4C27-95D9-14F4EC83A7BA}"/>
              </a:ext>
            </a:extLst>
          </p:cNvPr>
          <p:cNvSpPr/>
          <p:nvPr/>
        </p:nvSpPr>
        <p:spPr>
          <a:xfrm>
            <a:off x="6531701" y="36052020"/>
            <a:ext cx="353662" cy="204292"/>
          </a:xfrm>
          <a:prstGeom prst="rect">
            <a:avLst/>
          </a:prstGeom>
          <a:solidFill>
            <a:srgbClr val="5F57D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1" name="Textplatzhalter 4">
            <a:extLst>
              <a:ext uri="{FF2B5EF4-FFF2-40B4-BE49-F238E27FC236}">
                <a16:creationId xmlns:a16="http://schemas.microsoft.com/office/drawing/2014/main" id="{3EFD3456-5777-4EF3-A7D3-FF24E259F1DE}"/>
              </a:ext>
            </a:extLst>
          </p:cNvPr>
          <p:cNvSpPr txBox="1">
            <a:spLocks/>
          </p:cNvSpPr>
          <p:nvPr/>
        </p:nvSpPr>
        <p:spPr bwMode="auto">
          <a:xfrm>
            <a:off x="15501938" y="8672286"/>
            <a:ext cx="13333412" cy="660427"/>
          </a:xfrm>
          <a:prstGeom prst="rect">
            <a:avLst/>
          </a:prstGeom>
          <a:noFill/>
          <a:ln>
            <a:miter lim="800000"/>
            <a:headEnd/>
            <a:tailEnd/>
          </a:ln>
        </p:spPr>
        <p:txBody>
          <a:bodyPr vert="horz" wrap="square" lIns="0" tIns="0" rIns="0" bIns="0" numCol="1" anchor="t" anchorCtr="0" compatLnSpc="1">
            <a:prstTxWarp prst="textNoShape">
              <a:avLst/>
            </a:prstTxWarp>
          </a:bodyPr>
          <a:lstStyle>
            <a:lvl1pPr marL="1565275" indent="-1565275" algn="l" defTabSz="4175125" rtl="0" eaLnBrk="1" fontAlgn="base" hangingPunct="1">
              <a:spcBef>
                <a:spcPct val="20000"/>
              </a:spcBef>
              <a:spcAft>
                <a:spcPct val="0"/>
              </a:spcAft>
              <a:buFont typeface="Arial" charset="0"/>
              <a:buNone/>
              <a:defRPr sz="3800" b="1" kern="1200" baseline="0">
                <a:solidFill>
                  <a:schemeClr val="tx1"/>
                </a:solidFill>
                <a:latin typeface="+mn-lt"/>
                <a:ea typeface="+mn-ea"/>
                <a:cs typeface="+mn-cs"/>
              </a:defRPr>
            </a:lvl1pPr>
            <a:lvl2pPr marL="714375" indent="-714375" algn="l" defTabSz="4175125" rtl="0" eaLnBrk="1" fontAlgn="base" hangingPunct="1">
              <a:spcBef>
                <a:spcPct val="20000"/>
              </a:spcBef>
              <a:spcAft>
                <a:spcPct val="0"/>
              </a:spcAft>
              <a:buFont typeface="Wingdings" pitchFamily="2" charset="2"/>
              <a:buChar char="§"/>
              <a:defRPr sz="2300" kern="1200">
                <a:solidFill>
                  <a:schemeClr val="tx1"/>
                </a:solidFill>
                <a:latin typeface="+mn-lt"/>
                <a:ea typeface="+mn-ea"/>
                <a:cs typeface="+mn-cs"/>
              </a:defRPr>
            </a:lvl2pPr>
            <a:lvl3pPr marL="5219700" indent="-1042988" algn="l" defTabSz="4175125" rtl="0" eaLnBrk="1" fontAlgn="base" hangingPunct="1">
              <a:spcBef>
                <a:spcPct val="20000"/>
              </a:spcBef>
              <a:spcAft>
                <a:spcPct val="0"/>
              </a:spcAft>
              <a:buFont typeface="Arial" charset="0"/>
              <a:buChar char="•"/>
              <a:defRPr sz="2300" kern="1200">
                <a:solidFill>
                  <a:schemeClr val="tx1"/>
                </a:solidFill>
                <a:latin typeface="+mn-lt"/>
                <a:ea typeface="+mn-ea"/>
                <a:cs typeface="+mn-cs"/>
              </a:defRPr>
            </a:lvl3pPr>
            <a:lvl4pPr marL="7307263" indent="-1042988" algn="l" defTabSz="4175125" rtl="0" eaLnBrk="1" fontAlgn="base" hangingPunct="1">
              <a:spcBef>
                <a:spcPct val="20000"/>
              </a:spcBef>
              <a:spcAft>
                <a:spcPct val="0"/>
              </a:spcAft>
              <a:buFont typeface="Arial" charset="0"/>
              <a:buChar char="–"/>
              <a:defRPr sz="2300" kern="1200">
                <a:solidFill>
                  <a:schemeClr val="tx1"/>
                </a:solidFill>
                <a:latin typeface="+mn-lt"/>
                <a:ea typeface="+mn-ea"/>
                <a:cs typeface="+mn-cs"/>
              </a:defRPr>
            </a:lvl4pPr>
            <a:lvl5pPr marL="9396413" indent="-1042988" algn="l" defTabSz="4175125" rtl="0" eaLnBrk="1" fontAlgn="base" hangingPunct="1">
              <a:spcBef>
                <a:spcPct val="20000"/>
              </a:spcBef>
              <a:spcAft>
                <a:spcPct val="0"/>
              </a:spcAft>
              <a:buFont typeface="Arial" charset="0"/>
              <a:buChar char="»"/>
              <a:defRPr sz="2300" kern="1200">
                <a:solidFill>
                  <a:schemeClr val="tx1"/>
                </a:solidFill>
                <a:latin typeface="+mn-lt"/>
                <a:ea typeface="+mn-ea"/>
                <a:cs typeface="+mn-cs"/>
              </a:defRPr>
            </a:lvl5pPr>
            <a:lvl6pPr marL="11485184" indent="-1044108" algn="l" defTabSz="4176431" rtl="0" eaLnBrk="1" latinLnBrk="0" hangingPunct="1">
              <a:spcBef>
                <a:spcPct val="20000"/>
              </a:spcBef>
              <a:buFont typeface="Arial" pitchFamily="34" charset="0"/>
              <a:buChar char="•"/>
              <a:defRPr sz="9100" kern="1200">
                <a:solidFill>
                  <a:schemeClr val="tx1"/>
                </a:solidFill>
                <a:latin typeface="+mn-lt"/>
                <a:ea typeface="+mn-ea"/>
                <a:cs typeface="+mn-cs"/>
              </a:defRPr>
            </a:lvl6pPr>
            <a:lvl7pPr marL="13573399" indent="-1044108" algn="l" defTabSz="4176431" rtl="0" eaLnBrk="1" latinLnBrk="0" hangingPunct="1">
              <a:spcBef>
                <a:spcPct val="20000"/>
              </a:spcBef>
              <a:buFont typeface="Arial" pitchFamily="34" charset="0"/>
              <a:buChar char="•"/>
              <a:defRPr sz="9100" kern="1200">
                <a:solidFill>
                  <a:schemeClr val="tx1"/>
                </a:solidFill>
                <a:latin typeface="+mn-lt"/>
                <a:ea typeface="+mn-ea"/>
                <a:cs typeface="+mn-cs"/>
              </a:defRPr>
            </a:lvl7pPr>
            <a:lvl8pPr marL="15661615" indent="-1044108" algn="l" defTabSz="4176431" rtl="0" eaLnBrk="1" latinLnBrk="0" hangingPunct="1">
              <a:spcBef>
                <a:spcPct val="20000"/>
              </a:spcBef>
              <a:buFont typeface="Arial" pitchFamily="34" charset="0"/>
              <a:buChar char="•"/>
              <a:defRPr sz="9100" kern="1200">
                <a:solidFill>
                  <a:schemeClr val="tx1"/>
                </a:solidFill>
                <a:latin typeface="+mn-lt"/>
                <a:ea typeface="+mn-ea"/>
                <a:cs typeface="+mn-cs"/>
              </a:defRPr>
            </a:lvl8pPr>
            <a:lvl9pPr marL="17749830" indent="-1044108" algn="l" defTabSz="4176431" rtl="0" eaLnBrk="1" latinLnBrk="0" hangingPunct="1">
              <a:spcBef>
                <a:spcPct val="20000"/>
              </a:spcBef>
              <a:buFont typeface="Arial" pitchFamily="34" charset="0"/>
              <a:buChar char="•"/>
              <a:defRPr sz="9100" kern="1200">
                <a:solidFill>
                  <a:schemeClr val="tx1"/>
                </a:solidFill>
                <a:latin typeface="+mn-lt"/>
                <a:ea typeface="+mn-ea"/>
                <a:cs typeface="+mn-cs"/>
              </a:defRPr>
            </a:lvl9pPr>
          </a:lstStyle>
          <a:p>
            <a:r>
              <a:rPr lang="en-US" dirty="0"/>
              <a:t>RESULTS</a:t>
            </a:r>
          </a:p>
        </p:txBody>
      </p:sp>
      <p:sp>
        <p:nvSpPr>
          <p:cNvPr id="104" name="Textplatzhalter 5">
            <a:extLst>
              <a:ext uri="{FF2B5EF4-FFF2-40B4-BE49-F238E27FC236}">
                <a16:creationId xmlns:a16="http://schemas.microsoft.com/office/drawing/2014/main" id="{C945A2C2-0EA2-4119-A8E2-C58FCEC0A8EB}"/>
              </a:ext>
            </a:extLst>
          </p:cNvPr>
          <p:cNvSpPr txBox="1">
            <a:spLocks/>
          </p:cNvSpPr>
          <p:nvPr/>
        </p:nvSpPr>
        <p:spPr bwMode="auto">
          <a:xfrm>
            <a:off x="21340756" y="9547996"/>
            <a:ext cx="7460214" cy="6386758"/>
          </a:xfrm>
          <a:prstGeom prst="rect">
            <a:avLst/>
          </a:prstGeom>
          <a:noFill/>
          <a:ln>
            <a:miter lim="800000"/>
            <a:headEnd/>
            <a:tailEnd/>
          </a:ln>
        </p:spPr>
        <p:txBody>
          <a:bodyPr vert="horz" wrap="square" lIns="0" tIns="0" rIns="0" bIns="0" numCol="1" anchor="t" anchorCtr="0" compatLnSpc="1">
            <a:prstTxWarp prst="textNoShape">
              <a:avLst/>
            </a:prstTxWarp>
          </a:bodyPr>
          <a:lstStyle>
            <a:lvl1pPr marL="0" indent="0" algn="l" defTabSz="4175125" rtl="0" eaLnBrk="1" fontAlgn="base" hangingPunct="1">
              <a:spcBef>
                <a:spcPct val="20000"/>
              </a:spcBef>
              <a:spcAft>
                <a:spcPct val="0"/>
              </a:spcAft>
              <a:buFont typeface="Arial" charset="0"/>
              <a:buNone/>
              <a:defRPr lang="de-DE" sz="2300" b="0" i="0" u="none" strike="noStrike" kern="1200">
                <a:solidFill>
                  <a:schemeClr val="tx1"/>
                </a:solidFill>
                <a:latin typeface="+mn-lt"/>
                <a:ea typeface="+mn-ea"/>
                <a:cs typeface="+mn-cs"/>
              </a:defRPr>
            </a:lvl1pPr>
            <a:lvl2pPr marL="714375" indent="-714375" algn="l" defTabSz="4175125" rtl="0" eaLnBrk="1" fontAlgn="base" hangingPunct="1">
              <a:spcBef>
                <a:spcPct val="20000"/>
              </a:spcBef>
              <a:spcAft>
                <a:spcPct val="0"/>
              </a:spcAft>
              <a:buFont typeface="Wingdings" pitchFamily="2" charset="2"/>
              <a:buChar char="§"/>
              <a:defRPr sz="2300" kern="1200">
                <a:solidFill>
                  <a:schemeClr val="tx1"/>
                </a:solidFill>
                <a:latin typeface="+mn-lt"/>
                <a:ea typeface="+mn-ea"/>
                <a:cs typeface="+mn-cs"/>
              </a:defRPr>
            </a:lvl2pPr>
            <a:lvl3pPr marL="5219700" indent="-1042988" algn="l" defTabSz="4175125" rtl="0" eaLnBrk="1" fontAlgn="base" hangingPunct="1">
              <a:spcBef>
                <a:spcPct val="20000"/>
              </a:spcBef>
              <a:spcAft>
                <a:spcPct val="0"/>
              </a:spcAft>
              <a:buFont typeface="Arial" charset="0"/>
              <a:buChar char="•"/>
              <a:defRPr sz="2300" kern="1200">
                <a:solidFill>
                  <a:schemeClr val="tx1"/>
                </a:solidFill>
                <a:latin typeface="+mn-lt"/>
                <a:ea typeface="+mn-ea"/>
                <a:cs typeface="+mn-cs"/>
              </a:defRPr>
            </a:lvl3pPr>
            <a:lvl4pPr marL="7307263" indent="-1042988" algn="l" defTabSz="4175125" rtl="0" eaLnBrk="1" fontAlgn="base" hangingPunct="1">
              <a:spcBef>
                <a:spcPct val="20000"/>
              </a:spcBef>
              <a:spcAft>
                <a:spcPct val="0"/>
              </a:spcAft>
              <a:buFont typeface="Arial" charset="0"/>
              <a:buChar char="–"/>
              <a:defRPr sz="2300" kern="1200">
                <a:solidFill>
                  <a:schemeClr val="tx1"/>
                </a:solidFill>
                <a:latin typeface="+mn-lt"/>
                <a:ea typeface="+mn-ea"/>
                <a:cs typeface="+mn-cs"/>
              </a:defRPr>
            </a:lvl4pPr>
            <a:lvl5pPr marL="9396413" indent="-1042988" algn="l" defTabSz="4175125" rtl="0" eaLnBrk="1" fontAlgn="base" hangingPunct="1">
              <a:spcBef>
                <a:spcPct val="20000"/>
              </a:spcBef>
              <a:spcAft>
                <a:spcPct val="0"/>
              </a:spcAft>
              <a:buFont typeface="Arial" charset="0"/>
              <a:buChar char="»"/>
              <a:defRPr sz="2300" kern="1200">
                <a:solidFill>
                  <a:schemeClr val="tx1"/>
                </a:solidFill>
                <a:latin typeface="+mn-lt"/>
                <a:ea typeface="+mn-ea"/>
                <a:cs typeface="+mn-cs"/>
              </a:defRPr>
            </a:lvl5pPr>
            <a:lvl6pPr marL="11485184" indent="-1044108" algn="l" defTabSz="4176431" rtl="0" eaLnBrk="1" latinLnBrk="0" hangingPunct="1">
              <a:spcBef>
                <a:spcPct val="20000"/>
              </a:spcBef>
              <a:buFont typeface="Arial" pitchFamily="34" charset="0"/>
              <a:buChar char="•"/>
              <a:defRPr sz="9100" kern="1200">
                <a:solidFill>
                  <a:schemeClr val="tx1"/>
                </a:solidFill>
                <a:latin typeface="+mn-lt"/>
                <a:ea typeface="+mn-ea"/>
                <a:cs typeface="+mn-cs"/>
              </a:defRPr>
            </a:lvl6pPr>
            <a:lvl7pPr marL="13573399" indent="-1044108" algn="l" defTabSz="4176431" rtl="0" eaLnBrk="1" latinLnBrk="0" hangingPunct="1">
              <a:spcBef>
                <a:spcPct val="20000"/>
              </a:spcBef>
              <a:buFont typeface="Arial" pitchFamily="34" charset="0"/>
              <a:buChar char="•"/>
              <a:defRPr sz="9100" kern="1200">
                <a:solidFill>
                  <a:schemeClr val="tx1"/>
                </a:solidFill>
                <a:latin typeface="+mn-lt"/>
                <a:ea typeface="+mn-ea"/>
                <a:cs typeface="+mn-cs"/>
              </a:defRPr>
            </a:lvl7pPr>
            <a:lvl8pPr marL="15661615" indent="-1044108" algn="l" defTabSz="4176431" rtl="0" eaLnBrk="1" latinLnBrk="0" hangingPunct="1">
              <a:spcBef>
                <a:spcPct val="20000"/>
              </a:spcBef>
              <a:buFont typeface="Arial" pitchFamily="34" charset="0"/>
              <a:buChar char="•"/>
              <a:defRPr sz="9100" kern="1200">
                <a:solidFill>
                  <a:schemeClr val="tx1"/>
                </a:solidFill>
                <a:latin typeface="+mn-lt"/>
                <a:ea typeface="+mn-ea"/>
                <a:cs typeface="+mn-cs"/>
              </a:defRPr>
            </a:lvl8pPr>
            <a:lvl9pPr marL="17749830" indent="-1044108" algn="l" defTabSz="4176431" rtl="0" eaLnBrk="1" latinLnBrk="0" hangingPunct="1">
              <a:spcBef>
                <a:spcPct val="20000"/>
              </a:spcBef>
              <a:buFont typeface="Arial" pitchFamily="34" charset="0"/>
              <a:buChar char="•"/>
              <a:defRPr sz="9100" kern="1200">
                <a:solidFill>
                  <a:schemeClr val="tx1"/>
                </a:solidFill>
                <a:latin typeface="+mn-lt"/>
                <a:ea typeface="+mn-ea"/>
                <a:cs typeface="+mn-cs"/>
              </a:defRPr>
            </a:lvl9pPr>
          </a:lstStyle>
          <a:p>
            <a:pPr algn="just"/>
            <a:r>
              <a:rPr lang="en-US" sz="2800" b="1" dirty="0">
                <a:solidFill>
                  <a:sysClr val="windowText" lastClr="000000"/>
                </a:solidFill>
              </a:rPr>
              <a:t>► Entrainment (Fig. 2)</a:t>
            </a:r>
            <a:endParaRPr lang="en-US" sz="2800" dirty="0">
              <a:solidFill>
                <a:sysClr val="windowText" lastClr="000000"/>
              </a:solidFill>
            </a:endParaRPr>
          </a:p>
          <a:p>
            <a:pPr algn="just"/>
            <a:r>
              <a:rPr lang="en-US" sz="2800" dirty="0">
                <a:solidFill>
                  <a:sysClr val="windowText" lastClr="000000"/>
                </a:solidFill>
              </a:rPr>
              <a:t>A repeated measures ANOVA showed that subjects were more likely to maintain the entrained label when naming the tangram for the </a:t>
            </a:r>
            <a:r>
              <a:rPr lang="en-US" sz="2800" b="1" dirty="0">
                <a:solidFill>
                  <a:srgbClr val="D5552D"/>
                </a:solidFill>
              </a:rPr>
              <a:t>same</a:t>
            </a:r>
            <a:r>
              <a:rPr lang="en-US" sz="2800" dirty="0">
                <a:solidFill>
                  <a:sysClr val="windowText" lastClr="000000"/>
                </a:solidFill>
              </a:rPr>
              <a:t> vs. </a:t>
            </a:r>
            <a:r>
              <a:rPr lang="en-US" sz="2800" b="1" dirty="0">
                <a:solidFill>
                  <a:srgbClr val="5F57D8"/>
                </a:solidFill>
              </a:rPr>
              <a:t>different</a:t>
            </a:r>
            <a:r>
              <a:rPr lang="en-US" sz="2800" dirty="0">
                <a:solidFill>
                  <a:sysClr val="windowText" lastClr="000000"/>
                </a:solidFill>
              </a:rPr>
              <a:t> partner (F(1, 32)=6.109. p=0.019, η</a:t>
            </a:r>
            <a:r>
              <a:rPr lang="en-US" sz="2800" baseline="30000" dirty="0">
                <a:solidFill>
                  <a:sysClr val="windowText" lastClr="000000"/>
                </a:solidFill>
              </a:rPr>
              <a:t>2</a:t>
            </a:r>
            <a:r>
              <a:rPr lang="en-US" sz="2800" baseline="-25000" dirty="0">
                <a:solidFill>
                  <a:sysClr val="windowText" lastClr="000000"/>
                </a:solidFill>
              </a:rPr>
              <a:t>p</a:t>
            </a:r>
            <a:r>
              <a:rPr lang="en-US" sz="2800" dirty="0">
                <a:solidFill>
                  <a:sysClr val="windowText" lastClr="000000"/>
                </a:solidFill>
              </a:rPr>
              <a:t>=0.160) as in the training. This was the case for both repetitions.</a:t>
            </a:r>
          </a:p>
        </p:txBody>
      </p:sp>
      <p:sp>
        <p:nvSpPr>
          <p:cNvPr id="105" name="Inhaltsplatzhalter 7">
            <a:extLst>
              <a:ext uri="{FF2B5EF4-FFF2-40B4-BE49-F238E27FC236}">
                <a16:creationId xmlns:a16="http://schemas.microsoft.com/office/drawing/2014/main" id="{C273D869-4B37-42F5-A7B7-00F87F0FF264}"/>
              </a:ext>
            </a:extLst>
          </p:cNvPr>
          <p:cNvSpPr txBox="1">
            <a:spLocks/>
          </p:cNvSpPr>
          <p:nvPr/>
        </p:nvSpPr>
        <p:spPr bwMode="auto">
          <a:xfrm>
            <a:off x="15498763" y="16312124"/>
            <a:ext cx="4990886" cy="374971"/>
          </a:xfrm>
          <a:prstGeom prst="rect">
            <a:avLst/>
          </a:prstGeom>
          <a:noFill/>
          <a:ln>
            <a:miter lim="800000"/>
            <a:headEnd/>
            <a:tailEnd/>
          </a:ln>
        </p:spPr>
        <p:txBody>
          <a:bodyPr vert="horz" wrap="square" lIns="0" tIns="0" rIns="0" bIns="0" numCol="1" anchor="t" anchorCtr="0" compatLnSpc="1">
            <a:prstTxWarp prst="textNoShape">
              <a:avLst/>
            </a:prstTxWarp>
          </a:bodyPr>
          <a:lstStyle>
            <a:lvl1pPr marL="1565275" indent="-1565275" algn="l" defTabSz="4175125" rtl="0" eaLnBrk="1" fontAlgn="base" hangingPunct="1">
              <a:spcBef>
                <a:spcPct val="20000"/>
              </a:spcBef>
              <a:spcAft>
                <a:spcPct val="0"/>
              </a:spcAft>
              <a:buFont typeface="Arial" charset="0"/>
              <a:buNone/>
              <a:defRPr sz="1600" kern="1200">
                <a:solidFill>
                  <a:schemeClr val="tx1"/>
                </a:solidFill>
                <a:latin typeface="Arial" pitchFamily="34" charset="0"/>
                <a:ea typeface="+mn-ea"/>
                <a:cs typeface="Arial" pitchFamily="34" charset="0"/>
              </a:defRPr>
            </a:lvl1pPr>
            <a:lvl2pPr marL="3392488" indent="-1304925" algn="l" defTabSz="4175125" rtl="0" eaLnBrk="1" fontAlgn="base" hangingPunct="1">
              <a:spcBef>
                <a:spcPct val="20000"/>
              </a:spcBef>
              <a:spcAft>
                <a:spcPct val="0"/>
              </a:spcAft>
              <a:buFont typeface="Arial" charset="0"/>
              <a:buChar char="–"/>
              <a:defRPr sz="1600" kern="1200">
                <a:solidFill>
                  <a:schemeClr val="tx1"/>
                </a:solidFill>
                <a:latin typeface="Arial" pitchFamily="34" charset="0"/>
                <a:ea typeface="+mn-ea"/>
                <a:cs typeface="Arial" pitchFamily="34" charset="0"/>
              </a:defRPr>
            </a:lvl2pPr>
            <a:lvl3pPr marL="5219700" indent="-1042988" algn="l" defTabSz="4175125" rtl="0" eaLnBrk="1" fontAlgn="base" hangingPunct="1">
              <a:spcBef>
                <a:spcPct val="20000"/>
              </a:spcBef>
              <a:spcAft>
                <a:spcPct val="0"/>
              </a:spcAft>
              <a:buFont typeface="Arial" charset="0"/>
              <a:buChar char="•"/>
              <a:defRPr sz="1600" kern="1200">
                <a:solidFill>
                  <a:schemeClr val="tx1"/>
                </a:solidFill>
                <a:latin typeface="Arial" pitchFamily="34" charset="0"/>
                <a:ea typeface="+mn-ea"/>
                <a:cs typeface="Arial" pitchFamily="34" charset="0"/>
              </a:defRPr>
            </a:lvl3pPr>
            <a:lvl4pPr marL="7307263" indent="-1042988" algn="l" defTabSz="4175125" rtl="0" eaLnBrk="1" fontAlgn="base" hangingPunct="1">
              <a:spcBef>
                <a:spcPct val="20000"/>
              </a:spcBef>
              <a:spcAft>
                <a:spcPct val="0"/>
              </a:spcAft>
              <a:buFont typeface="Arial" charset="0"/>
              <a:buChar char="–"/>
              <a:defRPr sz="1600" kern="1200">
                <a:solidFill>
                  <a:schemeClr val="tx1"/>
                </a:solidFill>
                <a:latin typeface="Arial" pitchFamily="34" charset="0"/>
                <a:ea typeface="+mn-ea"/>
                <a:cs typeface="Arial" pitchFamily="34" charset="0"/>
              </a:defRPr>
            </a:lvl4pPr>
            <a:lvl5pPr marL="9396413" indent="-1042988" algn="l" defTabSz="4175125" rtl="0" eaLnBrk="1" fontAlgn="base" hangingPunct="1">
              <a:spcBef>
                <a:spcPct val="20000"/>
              </a:spcBef>
              <a:spcAft>
                <a:spcPct val="0"/>
              </a:spcAft>
              <a:buFont typeface="Arial" charset="0"/>
              <a:buChar char="»"/>
              <a:defRPr sz="1600" kern="1200">
                <a:solidFill>
                  <a:schemeClr val="tx1"/>
                </a:solidFill>
                <a:latin typeface="Arial" pitchFamily="34" charset="0"/>
                <a:ea typeface="+mn-ea"/>
                <a:cs typeface="Arial" pitchFamily="34" charset="0"/>
              </a:defRPr>
            </a:lvl5pPr>
            <a:lvl6pPr marL="11485184" indent="-1044108" algn="l" defTabSz="4176431" rtl="0" eaLnBrk="1" latinLnBrk="0" hangingPunct="1">
              <a:spcBef>
                <a:spcPct val="20000"/>
              </a:spcBef>
              <a:buFont typeface="Arial" pitchFamily="34" charset="0"/>
              <a:buChar char="•"/>
              <a:defRPr sz="9100" kern="1200">
                <a:solidFill>
                  <a:schemeClr val="tx1"/>
                </a:solidFill>
                <a:latin typeface="+mn-lt"/>
                <a:ea typeface="+mn-ea"/>
                <a:cs typeface="+mn-cs"/>
              </a:defRPr>
            </a:lvl6pPr>
            <a:lvl7pPr marL="13573399" indent="-1044108" algn="l" defTabSz="4176431" rtl="0" eaLnBrk="1" latinLnBrk="0" hangingPunct="1">
              <a:spcBef>
                <a:spcPct val="20000"/>
              </a:spcBef>
              <a:buFont typeface="Arial" pitchFamily="34" charset="0"/>
              <a:buChar char="•"/>
              <a:defRPr sz="9100" kern="1200">
                <a:solidFill>
                  <a:schemeClr val="tx1"/>
                </a:solidFill>
                <a:latin typeface="+mn-lt"/>
                <a:ea typeface="+mn-ea"/>
                <a:cs typeface="+mn-cs"/>
              </a:defRPr>
            </a:lvl7pPr>
            <a:lvl8pPr marL="15661615" indent="-1044108" algn="l" defTabSz="4176431" rtl="0" eaLnBrk="1" latinLnBrk="0" hangingPunct="1">
              <a:spcBef>
                <a:spcPct val="20000"/>
              </a:spcBef>
              <a:buFont typeface="Arial" pitchFamily="34" charset="0"/>
              <a:buChar char="•"/>
              <a:defRPr sz="9100" kern="1200">
                <a:solidFill>
                  <a:schemeClr val="tx1"/>
                </a:solidFill>
                <a:latin typeface="+mn-lt"/>
                <a:ea typeface="+mn-ea"/>
                <a:cs typeface="+mn-cs"/>
              </a:defRPr>
            </a:lvl8pPr>
            <a:lvl9pPr marL="17749830" indent="-1044108" algn="l" defTabSz="4176431" rtl="0" eaLnBrk="1" latinLnBrk="0" hangingPunct="1">
              <a:spcBef>
                <a:spcPct val="20000"/>
              </a:spcBef>
              <a:buFont typeface="Arial" pitchFamily="34" charset="0"/>
              <a:buChar char="•"/>
              <a:defRPr sz="9100" kern="1200">
                <a:solidFill>
                  <a:schemeClr val="tx1"/>
                </a:solidFill>
                <a:latin typeface="+mn-lt"/>
                <a:ea typeface="+mn-ea"/>
                <a:cs typeface="+mn-cs"/>
              </a:defRPr>
            </a:lvl9pPr>
          </a:lstStyle>
          <a:p>
            <a:pPr marL="0" indent="0" algn="just"/>
            <a:r>
              <a:rPr lang="en-US" sz="2000" b="1" i="1" dirty="0">
                <a:solidFill>
                  <a:sysClr val="windowText" lastClr="000000"/>
                </a:solidFill>
                <a:latin typeface="Arial" charset="0"/>
                <a:cs typeface="Arial" charset="0"/>
              </a:rPr>
              <a:t>Fig. 2:</a:t>
            </a:r>
            <a:r>
              <a:rPr lang="en-US" sz="2000" i="1" dirty="0">
                <a:solidFill>
                  <a:sysClr val="windowText" lastClr="000000"/>
                </a:solidFill>
                <a:latin typeface="Arial" charset="0"/>
                <a:cs typeface="Arial" charset="0"/>
              </a:rPr>
              <a:t> Proportion of entrained labels maintained during the test phase, as a function of partner (</a:t>
            </a:r>
            <a:r>
              <a:rPr lang="en-US" sz="2000" i="1" dirty="0">
                <a:solidFill>
                  <a:srgbClr val="D5552D"/>
                </a:solidFill>
                <a:latin typeface="Arial" charset="0"/>
                <a:cs typeface="Arial" charset="0"/>
              </a:rPr>
              <a:t>same</a:t>
            </a:r>
            <a:r>
              <a:rPr lang="en-US" sz="2000" i="1" dirty="0">
                <a:solidFill>
                  <a:sysClr val="windowText" lastClr="000000"/>
                </a:solidFill>
                <a:latin typeface="Arial" charset="0"/>
                <a:cs typeface="Arial" charset="0"/>
              </a:rPr>
              <a:t> vs. </a:t>
            </a:r>
            <a:r>
              <a:rPr lang="en-US" sz="2000" i="1" dirty="0">
                <a:solidFill>
                  <a:srgbClr val="5F57D8"/>
                </a:solidFill>
                <a:latin typeface="Arial" charset="0"/>
                <a:cs typeface="Arial" charset="0"/>
              </a:rPr>
              <a:t>different</a:t>
            </a:r>
            <a:r>
              <a:rPr lang="en-US" sz="2000" i="1" dirty="0">
                <a:solidFill>
                  <a:sysClr val="windowText" lastClr="000000"/>
                </a:solidFill>
                <a:latin typeface="Arial" charset="0"/>
                <a:cs typeface="Arial" charset="0"/>
              </a:rPr>
              <a:t>).</a:t>
            </a:r>
          </a:p>
        </p:txBody>
      </p:sp>
      <p:sp>
        <p:nvSpPr>
          <p:cNvPr id="108" name="Textplatzhalter 5">
            <a:extLst>
              <a:ext uri="{FF2B5EF4-FFF2-40B4-BE49-F238E27FC236}">
                <a16:creationId xmlns:a16="http://schemas.microsoft.com/office/drawing/2014/main" id="{A11D306B-7928-46E2-8706-9E1F5957CE38}"/>
              </a:ext>
            </a:extLst>
          </p:cNvPr>
          <p:cNvSpPr txBox="1">
            <a:spLocks/>
          </p:cNvSpPr>
          <p:nvPr/>
        </p:nvSpPr>
        <p:spPr bwMode="auto">
          <a:xfrm>
            <a:off x="21375136" y="17942679"/>
            <a:ext cx="7460214" cy="5945822"/>
          </a:xfrm>
          <a:prstGeom prst="rect">
            <a:avLst/>
          </a:prstGeom>
          <a:noFill/>
          <a:ln>
            <a:miter lim="800000"/>
            <a:headEnd/>
            <a:tailEnd/>
          </a:ln>
        </p:spPr>
        <p:txBody>
          <a:bodyPr vert="horz" wrap="square" lIns="0" tIns="0" rIns="0" bIns="0" numCol="1" anchor="t" anchorCtr="0" compatLnSpc="1">
            <a:prstTxWarp prst="textNoShape">
              <a:avLst/>
            </a:prstTxWarp>
          </a:bodyPr>
          <a:lstStyle>
            <a:lvl1pPr marL="0" indent="0" algn="l" defTabSz="4175125" rtl="0" eaLnBrk="1" fontAlgn="base" hangingPunct="1">
              <a:spcBef>
                <a:spcPct val="20000"/>
              </a:spcBef>
              <a:spcAft>
                <a:spcPct val="0"/>
              </a:spcAft>
              <a:buFont typeface="Arial" charset="0"/>
              <a:buNone/>
              <a:defRPr lang="de-DE" sz="2300" b="0" i="0" u="none" strike="noStrike" kern="1200">
                <a:solidFill>
                  <a:schemeClr val="tx1"/>
                </a:solidFill>
                <a:latin typeface="+mn-lt"/>
                <a:ea typeface="+mn-ea"/>
                <a:cs typeface="+mn-cs"/>
              </a:defRPr>
            </a:lvl1pPr>
            <a:lvl2pPr marL="714375" indent="-714375" algn="l" defTabSz="4175125" rtl="0" eaLnBrk="1" fontAlgn="base" hangingPunct="1">
              <a:spcBef>
                <a:spcPct val="20000"/>
              </a:spcBef>
              <a:spcAft>
                <a:spcPct val="0"/>
              </a:spcAft>
              <a:buFont typeface="Wingdings" pitchFamily="2" charset="2"/>
              <a:buChar char="§"/>
              <a:defRPr sz="2300" kern="1200">
                <a:solidFill>
                  <a:schemeClr val="tx1"/>
                </a:solidFill>
                <a:latin typeface="+mn-lt"/>
                <a:ea typeface="+mn-ea"/>
                <a:cs typeface="+mn-cs"/>
              </a:defRPr>
            </a:lvl2pPr>
            <a:lvl3pPr marL="5219700" indent="-1042988" algn="l" defTabSz="4175125" rtl="0" eaLnBrk="1" fontAlgn="base" hangingPunct="1">
              <a:spcBef>
                <a:spcPct val="20000"/>
              </a:spcBef>
              <a:spcAft>
                <a:spcPct val="0"/>
              </a:spcAft>
              <a:buFont typeface="Arial" charset="0"/>
              <a:buChar char="•"/>
              <a:defRPr sz="2300" kern="1200">
                <a:solidFill>
                  <a:schemeClr val="tx1"/>
                </a:solidFill>
                <a:latin typeface="+mn-lt"/>
                <a:ea typeface="+mn-ea"/>
                <a:cs typeface="+mn-cs"/>
              </a:defRPr>
            </a:lvl3pPr>
            <a:lvl4pPr marL="7307263" indent="-1042988" algn="l" defTabSz="4175125" rtl="0" eaLnBrk="1" fontAlgn="base" hangingPunct="1">
              <a:spcBef>
                <a:spcPct val="20000"/>
              </a:spcBef>
              <a:spcAft>
                <a:spcPct val="0"/>
              </a:spcAft>
              <a:buFont typeface="Arial" charset="0"/>
              <a:buChar char="–"/>
              <a:defRPr sz="2300" kern="1200">
                <a:solidFill>
                  <a:schemeClr val="tx1"/>
                </a:solidFill>
                <a:latin typeface="+mn-lt"/>
                <a:ea typeface="+mn-ea"/>
                <a:cs typeface="+mn-cs"/>
              </a:defRPr>
            </a:lvl4pPr>
            <a:lvl5pPr marL="9396413" indent="-1042988" algn="l" defTabSz="4175125" rtl="0" eaLnBrk="1" fontAlgn="base" hangingPunct="1">
              <a:spcBef>
                <a:spcPct val="20000"/>
              </a:spcBef>
              <a:spcAft>
                <a:spcPct val="0"/>
              </a:spcAft>
              <a:buFont typeface="Arial" charset="0"/>
              <a:buChar char="»"/>
              <a:defRPr sz="2300" kern="1200">
                <a:solidFill>
                  <a:schemeClr val="tx1"/>
                </a:solidFill>
                <a:latin typeface="+mn-lt"/>
                <a:ea typeface="+mn-ea"/>
                <a:cs typeface="+mn-cs"/>
              </a:defRPr>
            </a:lvl5pPr>
            <a:lvl6pPr marL="11485184" indent="-1044108" algn="l" defTabSz="4176431" rtl="0" eaLnBrk="1" latinLnBrk="0" hangingPunct="1">
              <a:spcBef>
                <a:spcPct val="20000"/>
              </a:spcBef>
              <a:buFont typeface="Arial" pitchFamily="34" charset="0"/>
              <a:buChar char="•"/>
              <a:defRPr sz="9100" kern="1200">
                <a:solidFill>
                  <a:schemeClr val="tx1"/>
                </a:solidFill>
                <a:latin typeface="+mn-lt"/>
                <a:ea typeface="+mn-ea"/>
                <a:cs typeface="+mn-cs"/>
              </a:defRPr>
            </a:lvl6pPr>
            <a:lvl7pPr marL="13573399" indent="-1044108" algn="l" defTabSz="4176431" rtl="0" eaLnBrk="1" latinLnBrk="0" hangingPunct="1">
              <a:spcBef>
                <a:spcPct val="20000"/>
              </a:spcBef>
              <a:buFont typeface="Arial" pitchFamily="34" charset="0"/>
              <a:buChar char="•"/>
              <a:defRPr sz="9100" kern="1200">
                <a:solidFill>
                  <a:schemeClr val="tx1"/>
                </a:solidFill>
                <a:latin typeface="+mn-lt"/>
                <a:ea typeface="+mn-ea"/>
                <a:cs typeface="+mn-cs"/>
              </a:defRPr>
            </a:lvl7pPr>
            <a:lvl8pPr marL="15661615" indent="-1044108" algn="l" defTabSz="4176431" rtl="0" eaLnBrk="1" latinLnBrk="0" hangingPunct="1">
              <a:spcBef>
                <a:spcPct val="20000"/>
              </a:spcBef>
              <a:buFont typeface="Arial" pitchFamily="34" charset="0"/>
              <a:buChar char="•"/>
              <a:defRPr sz="9100" kern="1200">
                <a:solidFill>
                  <a:schemeClr val="tx1"/>
                </a:solidFill>
                <a:latin typeface="+mn-lt"/>
                <a:ea typeface="+mn-ea"/>
                <a:cs typeface="+mn-cs"/>
              </a:defRPr>
            </a:lvl8pPr>
            <a:lvl9pPr marL="17749830" indent="-1044108" algn="l" defTabSz="4176431" rtl="0" eaLnBrk="1" latinLnBrk="0" hangingPunct="1">
              <a:spcBef>
                <a:spcPct val="20000"/>
              </a:spcBef>
              <a:buFont typeface="Arial" pitchFamily="34" charset="0"/>
              <a:buChar char="•"/>
              <a:defRPr sz="9100" kern="1200">
                <a:solidFill>
                  <a:schemeClr val="tx1"/>
                </a:solidFill>
                <a:latin typeface="+mn-lt"/>
                <a:ea typeface="+mn-ea"/>
                <a:cs typeface="+mn-cs"/>
              </a:defRPr>
            </a:lvl9pPr>
          </a:lstStyle>
          <a:p>
            <a:pPr algn="just"/>
            <a:r>
              <a:rPr lang="en-US" sz="2800" b="1" dirty="0">
                <a:solidFill>
                  <a:sysClr val="windowText" lastClr="000000"/>
                </a:solidFill>
              </a:rPr>
              <a:t>► Naming latency (Fig. 3)</a:t>
            </a:r>
            <a:endParaRPr lang="en-US" sz="2800" dirty="0">
              <a:solidFill>
                <a:sysClr val="windowText" lastClr="000000"/>
              </a:solidFill>
            </a:endParaRPr>
          </a:p>
          <a:p>
            <a:pPr algn="just"/>
            <a:r>
              <a:rPr lang="en-US" sz="2800" dirty="0">
                <a:solidFill>
                  <a:sysClr val="windowText" lastClr="000000"/>
                </a:solidFill>
              </a:rPr>
              <a:t>A repeated measures ANOVA showed that subjects were faster at producing the previously used label when naming the tangram for the </a:t>
            </a:r>
            <a:r>
              <a:rPr lang="en-US" sz="2800" b="1" dirty="0">
                <a:solidFill>
                  <a:srgbClr val="D5552D"/>
                </a:solidFill>
              </a:rPr>
              <a:t>same</a:t>
            </a:r>
            <a:r>
              <a:rPr lang="en-US" sz="2800" dirty="0">
                <a:solidFill>
                  <a:sysClr val="windowText" lastClr="000000"/>
                </a:solidFill>
              </a:rPr>
              <a:t> vs. </a:t>
            </a:r>
            <a:r>
              <a:rPr lang="en-US" sz="2800" b="1" dirty="0">
                <a:solidFill>
                  <a:srgbClr val="5F57D8"/>
                </a:solidFill>
              </a:rPr>
              <a:t>different</a:t>
            </a:r>
            <a:r>
              <a:rPr lang="en-US" sz="2800" dirty="0">
                <a:solidFill>
                  <a:sysClr val="windowText" lastClr="000000"/>
                </a:solidFill>
              </a:rPr>
              <a:t> partner, as shown by a significant interaction effect between partner and round (F(1,32)=13.3, p&lt;0.001, η</a:t>
            </a:r>
            <a:r>
              <a:rPr lang="en-US" sz="2800" baseline="30000" dirty="0">
                <a:solidFill>
                  <a:sysClr val="windowText" lastClr="000000"/>
                </a:solidFill>
              </a:rPr>
              <a:t>2</a:t>
            </a:r>
            <a:r>
              <a:rPr lang="en-US" sz="2800" baseline="-25000" dirty="0">
                <a:solidFill>
                  <a:sysClr val="windowText" lastClr="000000"/>
                </a:solidFill>
              </a:rPr>
              <a:t>p</a:t>
            </a:r>
            <a:r>
              <a:rPr lang="en-US" sz="2800" dirty="0">
                <a:solidFill>
                  <a:sysClr val="windowText" lastClr="000000"/>
                </a:solidFill>
              </a:rPr>
              <a:t>=0.294). This was the case only in the first repetition round  (p</a:t>
            </a:r>
            <a:r>
              <a:rPr lang="en-US" sz="2800" baseline="-25000" dirty="0">
                <a:solidFill>
                  <a:sysClr val="windowText" lastClr="000000"/>
                </a:solidFill>
              </a:rPr>
              <a:t>Bonf</a:t>
            </a:r>
            <a:r>
              <a:rPr lang="en-US" sz="2800" dirty="0">
                <a:solidFill>
                  <a:sysClr val="windowText" lastClr="000000"/>
                </a:solidFill>
              </a:rPr>
              <a:t>&lt;0.001). The effect was absent in the second repetition (p</a:t>
            </a:r>
            <a:r>
              <a:rPr lang="en-US" sz="2800" baseline="-25000" dirty="0">
                <a:solidFill>
                  <a:sysClr val="windowText" lastClr="000000"/>
                </a:solidFill>
              </a:rPr>
              <a:t>Bonf </a:t>
            </a:r>
            <a:r>
              <a:rPr lang="en-US" sz="2800" dirty="0">
                <a:solidFill>
                  <a:sysClr val="windowText" lastClr="000000"/>
                </a:solidFill>
              </a:rPr>
              <a:t>&lt;0.138). </a:t>
            </a:r>
          </a:p>
        </p:txBody>
      </p:sp>
      <p:sp>
        <p:nvSpPr>
          <p:cNvPr id="109" name="Textplatzhalter 4">
            <a:extLst>
              <a:ext uri="{FF2B5EF4-FFF2-40B4-BE49-F238E27FC236}">
                <a16:creationId xmlns:a16="http://schemas.microsoft.com/office/drawing/2014/main" id="{0F914A3D-E1FA-4C9A-8531-3A5A4A6E337E}"/>
              </a:ext>
            </a:extLst>
          </p:cNvPr>
          <p:cNvSpPr txBox="1">
            <a:spLocks/>
          </p:cNvSpPr>
          <p:nvPr/>
        </p:nvSpPr>
        <p:spPr bwMode="auto">
          <a:xfrm>
            <a:off x="15509524" y="26670516"/>
            <a:ext cx="13360206" cy="660427"/>
          </a:xfrm>
          <a:prstGeom prst="rect">
            <a:avLst/>
          </a:prstGeom>
          <a:noFill/>
          <a:ln>
            <a:miter lim="800000"/>
            <a:headEnd/>
            <a:tailEnd/>
          </a:ln>
        </p:spPr>
        <p:txBody>
          <a:bodyPr vert="horz" wrap="square" lIns="0" tIns="0" rIns="0" bIns="0" numCol="1" anchor="t" anchorCtr="0" compatLnSpc="1">
            <a:prstTxWarp prst="textNoShape">
              <a:avLst/>
            </a:prstTxWarp>
          </a:bodyPr>
          <a:lstStyle>
            <a:lvl1pPr marL="1565275" indent="-1565275" algn="l" defTabSz="4175125" rtl="0" eaLnBrk="1" fontAlgn="base" hangingPunct="1">
              <a:spcBef>
                <a:spcPct val="20000"/>
              </a:spcBef>
              <a:spcAft>
                <a:spcPct val="0"/>
              </a:spcAft>
              <a:buFont typeface="Arial" charset="0"/>
              <a:buNone/>
              <a:defRPr sz="3800" b="1" kern="1200" baseline="0">
                <a:solidFill>
                  <a:schemeClr val="tx1"/>
                </a:solidFill>
                <a:latin typeface="+mn-lt"/>
                <a:ea typeface="+mn-ea"/>
                <a:cs typeface="+mn-cs"/>
              </a:defRPr>
            </a:lvl1pPr>
            <a:lvl2pPr marL="714375" indent="-714375" algn="l" defTabSz="4175125" rtl="0" eaLnBrk="1" fontAlgn="base" hangingPunct="1">
              <a:spcBef>
                <a:spcPct val="20000"/>
              </a:spcBef>
              <a:spcAft>
                <a:spcPct val="0"/>
              </a:spcAft>
              <a:buFont typeface="Wingdings" pitchFamily="2" charset="2"/>
              <a:buChar char="§"/>
              <a:defRPr sz="2300" kern="1200">
                <a:solidFill>
                  <a:schemeClr val="tx1"/>
                </a:solidFill>
                <a:latin typeface="+mn-lt"/>
                <a:ea typeface="+mn-ea"/>
                <a:cs typeface="+mn-cs"/>
              </a:defRPr>
            </a:lvl2pPr>
            <a:lvl3pPr marL="5219700" indent="-1042988" algn="l" defTabSz="4175125" rtl="0" eaLnBrk="1" fontAlgn="base" hangingPunct="1">
              <a:spcBef>
                <a:spcPct val="20000"/>
              </a:spcBef>
              <a:spcAft>
                <a:spcPct val="0"/>
              </a:spcAft>
              <a:buFont typeface="Arial" charset="0"/>
              <a:buChar char="•"/>
              <a:defRPr sz="2300" kern="1200">
                <a:solidFill>
                  <a:schemeClr val="tx1"/>
                </a:solidFill>
                <a:latin typeface="+mn-lt"/>
                <a:ea typeface="+mn-ea"/>
                <a:cs typeface="+mn-cs"/>
              </a:defRPr>
            </a:lvl3pPr>
            <a:lvl4pPr marL="7307263" indent="-1042988" algn="l" defTabSz="4175125" rtl="0" eaLnBrk="1" fontAlgn="base" hangingPunct="1">
              <a:spcBef>
                <a:spcPct val="20000"/>
              </a:spcBef>
              <a:spcAft>
                <a:spcPct val="0"/>
              </a:spcAft>
              <a:buFont typeface="Arial" charset="0"/>
              <a:buChar char="–"/>
              <a:defRPr sz="2300" kern="1200">
                <a:solidFill>
                  <a:schemeClr val="tx1"/>
                </a:solidFill>
                <a:latin typeface="+mn-lt"/>
                <a:ea typeface="+mn-ea"/>
                <a:cs typeface="+mn-cs"/>
              </a:defRPr>
            </a:lvl4pPr>
            <a:lvl5pPr marL="9396413" indent="-1042988" algn="l" defTabSz="4175125" rtl="0" eaLnBrk="1" fontAlgn="base" hangingPunct="1">
              <a:spcBef>
                <a:spcPct val="20000"/>
              </a:spcBef>
              <a:spcAft>
                <a:spcPct val="0"/>
              </a:spcAft>
              <a:buFont typeface="Arial" charset="0"/>
              <a:buChar char="»"/>
              <a:defRPr sz="2300" kern="1200">
                <a:solidFill>
                  <a:schemeClr val="tx1"/>
                </a:solidFill>
                <a:latin typeface="+mn-lt"/>
                <a:ea typeface="+mn-ea"/>
                <a:cs typeface="+mn-cs"/>
              </a:defRPr>
            </a:lvl5pPr>
            <a:lvl6pPr marL="11485184" indent="-1044108" algn="l" defTabSz="4176431" rtl="0" eaLnBrk="1" latinLnBrk="0" hangingPunct="1">
              <a:spcBef>
                <a:spcPct val="20000"/>
              </a:spcBef>
              <a:buFont typeface="Arial" pitchFamily="34" charset="0"/>
              <a:buChar char="•"/>
              <a:defRPr sz="9100" kern="1200">
                <a:solidFill>
                  <a:schemeClr val="tx1"/>
                </a:solidFill>
                <a:latin typeface="+mn-lt"/>
                <a:ea typeface="+mn-ea"/>
                <a:cs typeface="+mn-cs"/>
              </a:defRPr>
            </a:lvl6pPr>
            <a:lvl7pPr marL="13573399" indent="-1044108" algn="l" defTabSz="4176431" rtl="0" eaLnBrk="1" latinLnBrk="0" hangingPunct="1">
              <a:spcBef>
                <a:spcPct val="20000"/>
              </a:spcBef>
              <a:buFont typeface="Arial" pitchFamily="34" charset="0"/>
              <a:buChar char="•"/>
              <a:defRPr sz="9100" kern="1200">
                <a:solidFill>
                  <a:schemeClr val="tx1"/>
                </a:solidFill>
                <a:latin typeface="+mn-lt"/>
                <a:ea typeface="+mn-ea"/>
                <a:cs typeface="+mn-cs"/>
              </a:defRPr>
            </a:lvl7pPr>
            <a:lvl8pPr marL="15661615" indent="-1044108" algn="l" defTabSz="4176431" rtl="0" eaLnBrk="1" latinLnBrk="0" hangingPunct="1">
              <a:spcBef>
                <a:spcPct val="20000"/>
              </a:spcBef>
              <a:buFont typeface="Arial" pitchFamily="34" charset="0"/>
              <a:buChar char="•"/>
              <a:defRPr sz="9100" kern="1200">
                <a:solidFill>
                  <a:schemeClr val="tx1"/>
                </a:solidFill>
                <a:latin typeface="+mn-lt"/>
                <a:ea typeface="+mn-ea"/>
                <a:cs typeface="+mn-cs"/>
              </a:defRPr>
            </a:lvl8pPr>
            <a:lvl9pPr marL="17749830" indent="-1044108" algn="l" defTabSz="4176431" rtl="0" eaLnBrk="1" latinLnBrk="0" hangingPunct="1">
              <a:spcBef>
                <a:spcPct val="20000"/>
              </a:spcBef>
              <a:buFont typeface="Arial" pitchFamily="34" charset="0"/>
              <a:buChar char="•"/>
              <a:defRPr sz="9100" kern="1200">
                <a:solidFill>
                  <a:schemeClr val="tx1"/>
                </a:solidFill>
                <a:latin typeface="+mn-lt"/>
                <a:ea typeface="+mn-ea"/>
                <a:cs typeface="+mn-cs"/>
              </a:defRPr>
            </a:lvl9pPr>
          </a:lstStyle>
          <a:p>
            <a:r>
              <a:rPr lang="en-US" dirty="0"/>
              <a:t>CONCLUSION</a:t>
            </a:r>
          </a:p>
        </p:txBody>
      </p:sp>
      <p:sp>
        <p:nvSpPr>
          <p:cNvPr id="2" name="Textfeld 1">
            <a:extLst>
              <a:ext uri="{FF2B5EF4-FFF2-40B4-BE49-F238E27FC236}">
                <a16:creationId xmlns:a16="http://schemas.microsoft.com/office/drawing/2014/main" id="{05A5E194-46B7-422F-A7E2-2F02316D83AE}"/>
              </a:ext>
            </a:extLst>
          </p:cNvPr>
          <p:cNvSpPr txBox="1"/>
          <p:nvPr/>
        </p:nvSpPr>
        <p:spPr>
          <a:xfrm>
            <a:off x="2487205" y="31078620"/>
            <a:ext cx="4243899" cy="1077218"/>
          </a:xfrm>
          <a:prstGeom prst="rect">
            <a:avLst/>
          </a:prstGeom>
          <a:noFill/>
        </p:spPr>
        <p:txBody>
          <a:bodyPr wrap="square" rtlCol="0">
            <a:spAutoFit/>
          </a:bodyPr>
          <a:lstStyle/>
          <a:p>
            <a:pPr algn="ctr"/>
            <a:r>
              <a:rPr lang="en-US" sz="3200" b="1" dirty="0"/>
              <a:t>PARTNER-SPECIFIC</a:t>
            </a:r>
          </a:p>
          <a:p>
            <a:pPr algn="ctr"/>
            <a:r>
              <a:rPr lang="en-US" sz="3200" b="1" dirty="0"/>
              <a:t>ENTRAINMENT</a:t>
            </a:r>
            <a:endParaRPr lang="en-US" b="1" dirty="0"/>
          </a:p>
        </p:txBody>
      </p:sp>
      <p:sp>
        <p:nvSpPr>
          <p:cNvPr id="102" name="Textfeld 101">
            <a:extLst>
              <a:ext uri="{FF2B5EF4-FFF2-40B4-BE49-F238E27FC236}">
                <a16:creationId xmlns:a16="http://schemas.microsoft.com/office/drawing/2014/main" id="{AA28C3D3-4EF4-4465-A58E-5AF4A525B167}"/>
              </a:ext>
            </a:extLst>
          </p:cNvPr>
          <p:cNvSpPr txBox="1"/>
          <p:nvPr/>
        </p:nvSpPr>
        <p:spPr>
          <a:xfrm>
            <a:off x="8738340" y="31352212"/>
            <a:ext cx="2673235" cy="584775"/>
          </a:xfrm>
          <a:prstGeom prst="rect">
            <a:avLst/>
          </a:prstGeom>
          <a:noFill/>
        </p:spPr>
        <p:txBody>
          <a:bodyPr wrap="square" rtlCol="0">
            <a:spAutoFit/>
          </a:bodyPr>
          <a:lstStyle/>
          <a:p>
            <a:pPr algn="ctr"/>
            <a:r>
              <a:rPr lang="en-US" sz="3200" b="1" dirty="0"/>
              <a:t>TEST</a:t>
            </a:r>
            <a:endParaRPr lang="en-US" b="1" dirty="0"/>
          </a:p>
        </p:txBody>
      </p:sp>
      <p:cxnSp>
        <p:nvCxnSpPr>
          <p:cNvPr id="4" name="Gerader Verbinder 3">
            <a:extLst>
              <a:ext uri="{FF2B5EF4-FFF2-40B4-BE49-F238E27FC236}">
                <a16:creationId xmlns:a16="http://schemas.microsoft.com/office/drawing/2014/main" id="{2006EF4F-2248-4255-BBE1-BA2AFCC49AF2}"/>
              </a:ext>
            </a:extLst>
          </p:cNvPr>
          <p:cNvCxnSpPr/>
          <p:nvPr/>
        </p:nvCxnSpPr>
        <p:spPr>
          <a:xfrm flipV="1">
            <a:off x="16428591" y="21094911"/>
            <a:ext cx="990600" cy="502767"/>
          </a:xfrm>
          <a:prstGeom prst="line">
            <a:avLst/>
          </a:prstGeom>
        </p:spPr>
        <p:style>
          <a:lnRef idx="1">
            <a:schemeClr val="dk1"/>
          </a:lnRef>
          <a:fillRef idx="0">
            <a:schemeClr val="dk1"/>
          </a:fillRef>
          <a:effectRef idx="0">
            <a:schemeClr val="dk1"/>
          </a:effectRef>
          <a:fontRef idx="minor">
            <a:schemeClr val="tx1"/>
          </a:fontRef>
        </p:style>
      </p:cxnSp>
      <p:cxnSp>
        <p:nvCxnSpPr>
          <p:cNvPr id="103" name="Gerader Verbinder 102">
            <a:extLst>
              <a:ext uri="{FF2B5EF4-FFF2-40B4-BE49-F238E27FC236}">
                <a16:creationId xmlns:a16="http://schemas.microsoft.com/office/drawing/2014/main" id="{49B2F064-0A45-4FB2-8FFF-157D5625CBC9}"/>
              </a:ext>
            </a:extLst>
          </p:cNvPr>
          <p:cNvCxnSpPr>
            <a:cxnSpLocks/>
          </p:cNvCxnSpPr>
          <p:nvPr/>
        </p:nvCxnSpPr>
        <p:spPr>
          <a:xfrm flipV="1">
            <a:off x="18727471" y="21864859"/>
            <a:ext cx="978832" cy="85935"/>
          </a:xfrm>
          <a:prstGeom prst="line">
            <a:avLst/>
          </a:prstGeom>
        </p:spPr>
        <p:style>
          <a:lnRef idx="1">
            <a:schemeClr val="dk1"/>
          </a:lnRef>
          <a:fillRef idx="0">
            <a:schemeClr val="dk1"/>
          </a:fillRef>
          <a:effectRef idx="0">
            <a:schemeClr val="dk1"/>
          </a:effectRef>
          <a:fontRef idx="minor">
            <a:schemeClr val="tx1"/>
          </a:fontRef>
        </p:style>
      </p:cxnSp>
      <p:cxnSp>
        <p:nvCxnSpPr>
          <p:cNvPr id="107" name="Gerader Verbinder 106">
            <a:extLst>
              <a:ext uri="{FF2B5EF4-FFF2-40B4-BE49-F238E27FC236}">
                <a16:creationId xmlns:a16="http://schemas.microsoft.com/office/drawing/2014/main" id="{471AA513-F729-4395-A2A1-2EFA5ABBBF56}"/>
              </a:ext>
            </a:extLst>
          </p:cNvPr>
          <p:cNvCxnSpPr>
            <a:cxnSpLocks/>
          </p:cNvCxnSpPr>
          <p:nvPr/>
        </p:nvCxnSpPr>
        <p:spPr>
          <a:xfrm>
            <a:off x="16868669" y="11041909"/>
            <a:ext cx="2282136" cy="355112"/>
          </a:xfrm>
          <a:prstGeom prst="line">
            <a:avLst/>
          </a:prstGeom>
        </p:spPr>
        <p:style>
          <a:lnRef idx="1">
            <a:schemeClr val="dk1"/>
          </a:lnRef>
          <a:fillRef idx="0">
            <a:schemeClr val="dk1"/>
          </a:fillRef>
          <a:effectRef idx="0">
            <a:schemeClr val="dk1"/>
          </a:effectRef>
          <a:fontRef idx="minor">
            <a:schemeClr val="tx1"/>
          </a:fontRef>
        </p:style>
      </p:cxnSp>
      <p:sp>
        <p:nvSpPr>
          <p:cNvPr id="7" name="Eckige Klammer rechts 6">
            <a:extLst>
              <a:ext uri="{FF2B5EF4-FFF2-40B4-BE49-F238E27FC236}">
                <a16:creationId xmlns:a16="http://schemas.microsoft.com/office/drawing/2014/main" id="{CEE6BAA4-8EF5-4BF3-A7D2-BA3A9F8E2A8D}"/>
              </a:ext>
            </a:extLst>
          </p:cNvPr>
          <p:cNvSpPr/>
          <p:nvPr/>
        </p:nvSpPr>
        <p:spPr>
          <a:xfrm rot="5400000">
            <a:off x="17966381" y="12652109"/>
            <a:ext cx="130088" cy="2233306"/>
          </a:xfrm>
          <a:prstGeom prst="rightBracket">
            <a:avLst/>
          </a:prstGeom>
        </p:spPr>
        <p:style>
          <a:lnRef idx="1">
            <a:schemeClr val="dk1"/>
          </a:lnRef>
          <a:fillRef idx="0">
            <a:schemeClr val="dk1"/>
          </a:fillRef>
          <a:effectRef idx="0">
            <a:schemeClr val="dk1"/>
          </a:effectRef>
          <a:fontRef idx="minor">
            <a:schemeClr val="tx1"/>
          </a:fontRef>
        </p:style>
        <p:txBody>
          <a:bodyPr rtlCol="0" anchor="ctr"/>
          <a:lstStyle/>
          <a:p>
            <a:pPr algn="ctr"/>
            <a:endParaRPr lang="en-US" dirty="0"/>
          </a:p>
        </p:txBody>
      </p:sp>
      <p:sp>
        <p:nvSpPr>
          <p:cNvPr id="110" name="Eckige Klammer rechts 109">
            <a:extLst>
              <a:ext uri="{FF2B5EF4-FFF2-40B4-BE49-F238E27FC236}">
                <a16:creationId xmlns:a16="http://schemas.microsoft.com/office/drawing/2014/main" id="{28A3CEF4-BB32-49D6-BC7F-515570869865}"/>
              </a:ext>
            </a:extLst>
          </p:cNvPr>
          <p:cNvSpPr/>
          <p:nvPr/>
        </p:nvSpPr>
        <p:spPr>
          <a:xfrm rot="5400000">
            <a:off x="16862994" y="22892982"/>
            <a:ext cx="178650" cy="1017296"/>
          </a:xfrm>
          <a:prstGeom prst="rightBracket">
            <a:avLst/>
          </a:prstGeom>
        </p:spPr>
        <p:style>
          <a:lnRef idx="1">
            <a:schemeClr val="dk1"/>
          </a:lnRef>
          <a:fillRef idx="0">
            <a:schemeClr val="dk1"/>
          </a:fillRef>
          <a:effectRef idx="0">
            <a:schemeClr val="dk1"/>
          </a:effectRef>
          <a:fontRef idx="minor">
            <a:schemeClr val="tx1"/>
          </a:fontRef>
        </p:style>
        <p:txBody>
          <a:bodyPr rtlCol="0" anchor="ctr"/>
          <a:lstStyle/>
          <a:p>
            <a:pPr algn="ctr"/>
            <a:endParaRPr lang="en-US" dirty="0"/>
          </a:p>
        </p:txBody>
      </p:sp>
      <p:sp>
        <p:nvSpPr>
          <p:cNvPr id="111" name="Eckige Klammer rechts 110">
            <a:extLst>
              <a:ext uri="{FF2B5EF4-FFF2-40B4-BE49-F238E27FC236}">
                <a16:creationId xmlns:a16="http://schemas.microsoft.com/office/drawing/2014/main" id="{363E9A07-1D22-4B80-A529-629C7CA42234}"/>
              </a:ext>
            </a:extLst>
          </p:cNvPr>
          <p:cNvSpPr/>
          <p:nvPr/>
        </p:nvSpPr>
        <p:spPr>
          <a:xfrm rot="5400000">
            <a:off x="19160540" y="22904449"/>
            <a:ext cx="178650" cy="1017296"/>
          </a:xfrm>
          <a:prstGeom prst="rightBracket">
            <a:avLst/>
          </a:prstGeom>
        </p:spPr>
        <p:style>
          <a:lnRef idx="1">
            <a:schemeClr val="dk1"/>
          </a:lnRef>
          <a:fillRef idx="0">
            <a:schemeClr val="dk1"/>
          </a:fillRef>
          <a:effectRef idx="0">
            <a:schemeClr val="dk1"/>
          </a:effectRef>
          <a:fontRef idx="minor">
            <a:schemeClr val="tx1"/>
          </a:fontRef>
        </p:style>
        <p:txBody>
          <a:bodyPr rtlCol="0" anchor="ctr"/>
          <a:lstStyle/>
          <a:p>
            <a:pPr algn="ctr"/>
            <a:endParaRPr lang="en-US" dirty="0"/>
          </a:p>
        </p:txBody>
      </p:sp>
      <p:sp>
        <p:nvSpPr>
          <p:cNvPr id="8" name="Textfeld 7">
            <a:extLst>
              <a:ext uri="{FF2B5EF4-FFF2-40B4-BE49-F238E27FC236}">
                <a16:creationId xmlns:a16="http://schemas.microsoft.com/office/drawing/2014/main" id="{D99A89FE-088D-40C5-A123-1E9725FC9FC0}"/>
              </a:ext>
            </a:extLst>
          </p:cNvPr>
          <p:cNvSpPr txBox="1"/>
          <p:nvPr/>
        </p:nvSpPr>
        <p:spPr>
          <a:xfrm>
            <a:off x="16543213" y="23401630"/>
            <a:ext cx="909993" cy="769441"/>
          </a:xfrm>
          <a:prstGeom prst="rect">
            <a:avLst/>
          </a:prstGeom>
          <a:noFill/>
        </p:spPr>
        <p:txBody>
          <a:bodyPr wrap="square" rtlCol="0">
            <a:spAutoFit/>
          </a:bodyPr>
          <a:lstStyle/>
          <a:p>
            <a:r>
              <a:rPr lang="en-US" sz="4400" dirty="0"/>
              <a:t>***</a:t>
            </a:r>
          </a:p>
        </p:txBody>
      </p:sp>
      <p:sp>
        <p:nvSpPr>
          <p:cNvPr id="112" name="Textfeld 111">
            <a:extLst>
              <a:ext uri="{FF2B5EF4-FFF2-40B4-BE49-F238E27FC236}">
                <a16:creationId xmlns:a16="http://schemas.microsoft.com/office/drawing/2014/main" id="{7BC7FBCE-8D91-417D-9A97-F0816A240A61}"/>
              </a:ext>
            </a:extLst>
          </p:cNvPr>
          <p:cNvSpPr txBox="1"/>
          <p:nvPr/>
        </p:nvSpPr>
        <p:spPr>
          <a:xfrm>
            <a:off x="18802630" y="23421535"/>
            <a:ext cx="909993" cy="461665"/>
          </a:xfrm>
          <a:prstGeom prst="rect">
            <a:avLst/>
          </a:prstGeom>
          <a:noFill/>
        </p:spPr>
        <p:txBody>
          <a:bodyPr wrap="square" rtlCol="0">
            <a:spAutoFit/>
          </a:bodyPr>
          <a:lstStyle/>
          <a:p>
            <a:pPr algn="ctr"/>
            <a:r>
              <a:rPr lang="en-US" sz="2400" dirty="0"/>
              <a:t>ns</a:t>
            </a:r>
            <a:endParaRPr lang="en-US" sz="4400" dirty="0"/>
          </a:p>
        </p:txBody>
      </p:sp>
      <p:sp>
        <p:nvSpPr>
          <p:cNvPr id="113" name="Textfeld 112">
            <a:extLst>
              <a:ext uri="{FF2B5EF4-FFF2-40B4-BE49-F238E27FC236}">
                <a16:creationId xmlns:a16="http://schemas.microsoft.com/office/drawing/2014/main" id="{BED5D427-33D8-4D69-909F-4BFCDD9BB28C}"/>
              </a:ext>
            </a:extLst>
          </p:cNvPr>
          <p:cNvSpPr txBox="1"/>
          <p:nvPr/>
        </p:nvSpPr>
        <p:spPr>
          <a:xfrm>
            <a:off x="17584269" y="13737974"/>
            <a:ext cx="909993" cy="769441"/>
          </a:xfrm>
          <a:prstGeom prst="rect">
            <a:avLst/>
          </a:prstGeom>
          <a:noFill/>
        </p:spPr>
        <p:txBody>
          <a:bodyPr wrap="square" rtlCol="0">
            <a:spAutoFit/>
          </a:bodyPr>
          <a:lstStyle/>
          <a:p>
            <a:pPr algn="ctr"/>
            <a:r>
              <a:rPr lang="en-US" sz="4400" dirty="0"/>
              <a:t>*</a:t>
            </a:r>
          </a:p>
        </p:txBody>
      </p:sp>
      <p:sp>
        <p:nvSpPr>
          <p:cNvPr id="99" name="Rechteck 98">
            <a:extLst>
              <a:ext uri="{FF2B5EF4-FFF2-40B4-BE49-F238E27FC236}">
                <a16:creationId xmlns:a16="http://schemas.microsoft.com/office/drawing/2014/main" id="{44365643-267E-458A-B581-9229AFF7EC81}"/>
              </a:ext>
            </a:extLst>
          </p:cNvPr>
          <p:cNvSpPr/>
          <p:nvPr/>
        </p:nvSpPr>
        <p:spPr>
          <a:xfrm flipV="1">
            <a:off x="7017334" y="34028217"/>
            <a:ext cx="216938" cy="1916513"/>
          </a:xfrm>
          <a:prstGeom prst="rect">
            <a:avLst/>
          </a:prstGeom>
          <a:solidFill>
            <a:srgbClr val="5F57D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Oval 5">
            <a:extLst>
              <a:ext uri="{FF2B5EF4-FFF2-40B4-BE49-F238E27FC236}">
                <a16:creationId xmlns:a16="http://schemas.microsoft.com/office/drawing/2014/main" id="{23C7111B-E2D1-7F10-0A46-4BEA6363A5B2}"/>
              </a:ext>
            </a:extLst>
          </p:cNvPr>
          <p:cNvSpPr/>
          <p:nvPr/>
        </p:nvSpPr>
        <p:spPr>
          <a:xfrm>
            <a:off x="6995318" y="35150625"/>
            <a:ext cx="679611" cy="679611"/>
          </a:xfrm>
          <a:prstGeom prst="ellipse">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4" name="Inhaltsplatzhalter 7">
            <a:extLst>
              <a:ext uri="{FF2B5EF4-FFF2-40B4-BE49-F238E27FC236}">
                <a16:creationId xmlns:a16="http://schemas.microsoft.com/office/drawing/2014/main" id="{9EF2A022-3281-4440-B042-BC039B4218CF}"/>
              </a:ext>
            </a:extLst>
          </p:cNvPr>
          <p:cNvSpPr txBox="1">
            <a:spLocks/>
          </p:cNvSpPr>
          <p:nvPr/>
        </p:nvSpPr>
        <p:spPr bwMode="auto">
          <a:xfrm>
            <a:off x="1523166" y="37514417"/>
            <a:ext cx="11682331" cy="541029"/>
          </a:xfrm>
          <a:prstGeom prst="rect">
            <a:avLst/>
          </a:prstGeom>
          <a:noFill/>
          <a:ln>
            <a:miter lim="800000"/>
            <a:headEnd/>
            <a:tailEnd/>
          </a:ln>
        </p:spPr>
        <p:txBody>
          <a:bodyPr vert="horz" wrap="square" lIns="0" tIns="0" rIns="0" bIns="0" numCol="1" anchor="t" anchorCtr="0" compatLnSpc="1">
            <a:prstTxWarp prst="textNoShape">
              <a:avLst/>
            </a:prstTxWarp>
          </a:bodyPr>
          <a:lstStyle>
            <a:lvl1pPr marL="1565275" indent="-1565275" algn="l" defTabSz="4175125" rtl="0" eaLnBrk="1" fontAlgn="base" hangingPunct="1">
              <a:spcBef>
                <a:spcPct val="20000"/>
              </a:spcBef>
              <a:spcAft>
                <a:spcPct val="0"/>
              </a:spcAft>
              <a:buFont typeface="Arial" charset="0"/>
              <a:buNone/>
              <a:defRPr sz="1600" kern="1200">
                <a:solidFill>
                  <a:schemeClr val="tx1"/>
                </a:solidFill>
                <a:latin typeface="Arial" pitchFamily="34" charset="0"/>
                <a:ea typeface="+mn-ea"/>
                <a:cs typeface="Arial" pitchFamily="34" charset="0"/>
              </a:defRPr>
            </a:lvl1pPr>
            <a:lvl2pPr marL="3392488" indent="-1304925" algn="l" defTabSz="4175125" rtl="0" eaLnBrk="1" fontAlgn="base" hangingPunct="1">
              <a:spcBef>
                <a:spcPct val="20000"/>
              </a:spcBef>
              <a:spcAft>
                <a:spcPct val="0"/>
              </a:spcAft>
              <a:buFont typeface="Arial" charset="0"/>
              <a:buChar char="–"/>
              <a:defRPr sz="1600" kern="1200">
                <a:solidFill>
                  <a:schemeClr val="tx1"/>
                </a:solidFill>
                <a:latin typeface="Arial" pitchFamily="34" charset="0"/>
                <a:ea typeface="+mn-ea"/>
                <a:cs typeface="Arial" pitchFamily="34" charset="0"/>
              </a:defRPr>
            </a:lvl2pPr>
            <a:lvl3pPr marL="5219700" indent="-1042988" algn="l" defTabSz="4175125" rtl="0" eaLnBrk="1" fontAlgn="base" hangingPunct="1">
              <a:spcBef>
                <a:spcPct val="20000"/>
              </a:spcBef>
              <a:spcAft>
                <a:spcPct val="0"/>
              </a:spcAft>
              <a:buFont typeface="Arial" charset="0"/>
              <a:buChar char="•"/>
              <a:defRPr sz="1600" kern="1200">
                <a:solidFill>
                  <a:schemeClr val="tx1"/>
                </a:solidFill>
                <a:latin typeface="Arial" pitchFamily="34" charset="0"/>
                <a:ea typeface="+mn-ea"/>
                <a:cs typeface="Arial" pitchFamily="34" charset="0"/>
              </a:defRPr>
            </a:lvl3pPr>
            <a:lvl4pPr marL="7307263" indent="-1042988" algn="l" defTabSz="4175125" rtl="0" eaLnBrk="1" fontAlgn="base" hangingPunct="1">
              <a:spcBef>
                <a:spcPct val="20000"/>
              </a:spcBef>
              <a:spcAft>
                <a:spcPct val="0"/>
              </a:spcAft>
              <a:buFont typeface="Arial" charset="0"/>
              <a:buChar char="–"/>
              <a:defRPr sz="1600" kern="1200">
                <a:solidFill>
                  <a:schemeClr val="tx1"/>
                </a:solidFill>
                <a:latin typeface="Arial" pitchFamily="34" charset="0"/>
                <a:ea typeface="+mn-ea"/>
                <a:cs typeface="Arial" pitchFamily="34" charset="0"/>
              </a:defRPr>
            </a:lvl4pPr>
            <a:lvl5pPr marL="9396413" indent="-1042988" algn="l" defTabSz="4175125" rtl="0" eaLnBrk="1" fontAlgn="base" hangingPunct="1">
              <a:spcBef>
                <a:spcPct val="20000"/>
              </a:spcBef>
              <a:spcAft>
                <a:spcPct val="0"/>
              </a:spcAft>
              <a:buFont typeface="Arial" charset="0"/>
              <a:buChar char="»"/>
              <a:defRPr sz="1600" kern="1200">
                <a:solidFill>
                  <a:schemeClr val="tx1"/>
                </a:solidFill>
                <a:latin typeface="Arial" pitchFamily="34" charset="0"/>
                <a:ea typeface="+mn-ea"/>
                <a:cs typeface="Arial" pitchFamily="34" charset="0"/>
              </a:defRPr>
            </a:lvl5pPr>
            <a:lvl6pPr marL="11485184" indent="-1044108" algn="l" defTabSz="4176431" rtl="0" eaLnBrk="1" latinLnBrk="0" hangingPunct="1">
              <a:spcBef>
                <a:spcPct val="20000"/>
              </a:spcBef>
              <a:buFont typeface="Arial" pitchFamily="34" charset="0"/>
              <a:buChar char="•"/>
              <a:defRPr sz="9100" kern="1200">
                <a:solidFill>
                  <a:schemeClr val="tx1"/>
                </a:solidFill>
                <a:latin typeface="+mn-lt"/>
                <a:ea typeface="+mn-ea"/>
                <a:cs typeface="+mn-cs"/>
              </a:defRPr>
            </a:lvl6pPr>
            <a:lvl7pPr marL="13573399" indent="-1044108" algn="l" defTabSz="4176431" rtl="0" eaLnBrk="1" latinLnBrk="0" hangingPunct="1">
              <a:spcBef>
                <a:spcPct val="20000"/>
              </a:spcBef>
              <a:buFont typeface="Arial" pitchFamily="34" charset="0"/>
              <a:buChar char="•"/>
              <a:defRPr sz="9100" kern="1200">
                <a:solidFill>
                  <a:schemeClr val="tx1"/>
                </a:solidFill>
                <a:latin typeface="+mn-lt"/>
                <a:ea typeface="+mn-ea"/>
                <a:cs typeface="+mn-cs"/>
              </a:defRPr>
            </a:lvl7pPr>
            <a:lvl8pPr marL="15661615" indent="-1044108" algn="l" defTabSz="4176431" rtl="0" eaLnBrk="1" latinLnBrk="0" hangingPunct="1">
              <a:spcBef>
                <a:spcPct val="20000"/>
              </a:spcBef>
              <a:buFont typeface="Arial" pitchFamily="34" charset="0"/>
              <a:buChar char="•"/>
              <a:defRPr sz="9100" kern="1200">
                <a:solidFill>
                  <a:schemeClr val="tx1"/>
                </a:solidFill>
                <a:latin typeface="+mn-lt"/>
                <a:ea typeface="+mn-ea"/>
                <a:cs typeface="+mn-cs"/>
              </a:defRPr>
            </a:lvl8pPr>
            <a:lvl9pPr marL="17749830" indent="-1044108" algn="l" defTabSz="4176431" rtl="0" eaLnBrk="1" latinLnBrk="0" hangingPunct="1">
              <a:spcBef>
                <a:spcPct val="20000"/>
              </a:spcBef>
              <a:buFont typeface="Arial" pitchFamily="34" charset="0"/>
              <a:buChar char="•"/>
              <a:defRPr sz="9100" kern="1200">
                <a:solidFill>
                  <a:schemeClr val="tx1"/>
                </a:solidFill>
                <a:latin typeface="+mn-lt"/>
                <a:ea typeface="+mn-ea"/>
                <a:cs typeface="+mn-cs"/>
              </a:defRPr>
            </a:lvl9pPr>
          </a:lstStyle>
          <a:p>
            <a:pPr marL="0" indent="0" algn="just"/>
            <a:r>
              <a:rPr lang="en-US" sz="2000" b="1" i="1" dirty="0">
                <a:latin typeface="Arial" charset="0"/>
                <a:cs typeface="Arial" charset="0"/>
              </a:rPr>
              <a:t>Fig. 1:</a:t>
            </a:r>
            <a:r>
              <a:rPr lang="en-US" sz="2000" i="1" dirty="0">
                <a:latin typeface="Arial" charset="0"/>
                <a:cs typeface="Arial" charset="0"/>
              </a:rPr>
              <a:t> Schematic representation of the partner-specific entrainment phase and the test phase. Half of the items in the test phase are produced for the </a:t>
            </a:r>
            <a:r>
              <a:rPr lang="en-US" sz="2000" b="1" i="1" dirty="0">
                <a:solidFill>
                  <a:srgbClr val="D5552D"/>
                </a:solidFill>
                <a:latin typeface="Arial" charset="0"/>
                <a:cs typeface="Arial" charset="0"/>
              </a:rPr>
              <a:t>same</a:t>
            </a:r>
            <a:r>
              <a:rPr lang="en-US" sz="2000" i="1" dirty="0">
                <a:latin typeface="Arial" charset="0"/>
                <a:cs typeface="Arial" charset="0"/>
              </a:rPr>
              <a:t> partner as in the training phase. The other half was produced for the other (</a:t>
            </a:r>
            <a:r>
              <a:rPr lang="en-US" sz="2000" b="1" i="1" dirty="0">
                <a:solidFill>
                  <a:srgbClr val="5F57D8"/>
                </a:solidFill>
                <a:latin typeface="Arial" charset="0"/>
                <a:cs typeface="Arial" charset="0"/>
              </a:rPr>
              <a:t>different</a:t>
            </a:r>
            <a:r>
              <a:rPr lang="en-US" sz="2000" i="1" dirty="0">
                <a:latin typeface="Arial" charset="0"/>
                <a:cs typeface="Arial" charset="0"/>
              </a:rPr>
              <a:t>) partner. </a:t>
            </a:r>
          </a:p>
        </p:txBody>
      </p:sp>
      <p:sp>
        <p:nvSpPr>
          <p:cNvPr id="106" name="Inhaltsplatzhalter 7">
            <a:extLst>
              <a:ext uri="{FF2B5EF4-FFF2-40B4-BE49-F238E27FC236}">
                <a16:creationId xmlns:a16="http://schemas.microsoft.com/office/drawing/2014/main" id="{A898C958-6958-4BA4-85E7-3A7F98486287}"/>
              </a:ext>
            </a:extLst>
          </p:cNvPr>
          <p:cNvSpPr txBox="1">
            <a:spLocks/>
          </p:cNvSpPr>
          <p:nvPr/>
        </p:nvSpPr>
        <p:spPr bwMode="auto">
          <a:xfrm>
            <a:off x="15509523" y="24694608"/>
            <a:ext cx="4980125" cy="314269"/>
          </a:xfrm>
          <a:prstGeom prst="rect">
            <a:avLst/>
          </a:prstGeom>
          <a:noFill/>
          <a:ln>
            <a:miter lim="800000"/>
            <a:headEnd/>
            <a:tailEnd/>
          </a:ln>
        </p:spPr>
        <p:txBody>
          <a:bodyPr vert="horz" wrap="square" lIns="0" tIns="0" rIns="0" bIns="0" numCol="1" anchor="t" anchorCtr="0" compatLnSpc="1">
            <a:prstTxWarp prst="textNoShape">
              <a:avLst/>
            </a:prstTxWarp>
          </a:bodyPr>
          <a:lstStyle>
            <a:lvl1pPr marL="1565275" indent="-1565275" algn="l" defTabSz="4175125" rtl="0" eaLnBrk="1" fontAlgn="base" hangingPunct="1">
              <a:spcBef>
                <a:spcPct val="20000"/>
              </a:spcBef>
              <a:spcAft>
                <a:spcPct val="0"/>
              </a:spcAft>
              <a:buFont typeface="Arial" charset="0"/>
              <a:buNone/>
              <a:defRPr sz="1600" kern="1200">
                <a:solidFill>
                  <a:schemeClr val="tx1"/>
                </a:solidFill>
                <a:latin typeface="Arial" pitchFamily="34" charset="0"/>
                <a:ea typeface="+mn-ea"/>
                <a:cs typeface="Arial" pitchFamily="34" charset="0"/>
              </a:defRPr>
            </a:lvl1pPr>
            <a:lvl2pPr marL="3392488" indent="-1304925" algn="l" defTabSz="4175125" rtl="0" eaLnBrk="1" fontAlgn="base" hangingPunct="1">
              <a:spcBef>
                <a:spcPct val="20000"/>
              </a:spcBef>
              <a:spcAft>
                <a:spcPct val="0"/>
              </a:spcAft>
              <a:buFont typeface="Arial" charset="0"/>
              <a:buChar char="–"/>
              <a:defRPr sz="1600" kern="1200">
                <a:solidFill>
                  <a:schemeClr val="tx1"/>
                </a:solidFill>
                <a:latin typeface="Arial" pitchFamily="34" charset="0"/>
                <a:ea typeface="+mn-ea"/>
                <a:cs typeface="Arial" pitchFamily="34" charset="0"/>
              </a:defRPr>
            </a:lvl2pPr>
            <a:lvl3pPr marL="5219700" indent="-1042988" algn="l" defTabSz="4175125" rtl="0" eaLnBrk="1" fontAlgn="base" hangingPunct="1">
              <a:spcBef>
                <a:spcPct val="20000"/>
              </a:spcBef>
              <a:spcAft>
                <a:spcPct val="0"/>
              </a:spcAft>
              <a:buFont typeface="Arial" charset="0"/>
              <a:buChar char="•"/>
              <a:defRPr sz="1600" kern="1200">
                <a:solidFill>
                  <a:schemeClr val="tx1"/>
                </a:solidFill>
                <a:latin typeface="Arial" pitchFamily="34" charset="0"/>
                <a:ea typeface="+mn-ea"/>
                <a:cs typeface="Arial" pitchFamily="34" charset="0"/>
              </a:defRPr>
            </a:lvl3pPr>
            <a:lvl4pPr marL="7307263" indent="-1042988" algn="l" defTabSz="4175125" rtl="0" eaLnBrk="1" fontAlgn="base" hangingPunct="1">
              <a:spcBef>
                <a:spcPct val="20000"/>
              </a:spcBef>
              <a:spcAft>
                <a:spcPct val="0"/>
              </a:spcAft>
              <a:buFont typeface="Arial" charset="0"/>
              <a:buChar char="–"/>
              <a:defRPr sz="1600" kern="1200">
                <a:solidFill>
                  <a:schemeClr val="tx1"/>
                </a:solidFill>
                <a:latin typeface="Arial" pitchFamily="34" charset="0"/>
                <a:ea typeface="+mn-ea"/>
                <a:cs typeface="Arial" pitchFamily="34" charset="0"/>
              </a:defRPr>
            </a:lvl4pPr>
            <a:lvl5pPr marL="9396413" indent="-1042988" algn="l" defTabSz="4175125" rtl="0" eaLnBrk="1" fontAlgn="base" hangingPunct="1">
              <a:spcBef>
                <a:spcPct val="20000"/>
              </a:spcBef>
              <a:spcAft>
                <a:spcPct val="0"/>
              </a:spcAft>
              <a:buFont typeface="Arial" charset="0"/>
              <a:buChar char="»"/>
              <a:defRPr sz="1600" kern="1200">
                <a:solidFill>
                  <a:schemeClr val="tx1"/>
                </a:solidFill>
                <a:latin typeface="Arial" pitchFamily="34" charset="0"/>
                <a:ea typeface="+mn-ea"/>
                <a:cs typeface="Arial" pitchFamily="34" charset="0"/>
              </a:defRPr>
            </a:lvl5pPr>
            <a:lvl6pPr marL="11485184" indent="-1044108" algn="l" defTabSz="4176431" rtl="0" eaLnBrk="1" latinLnBrk="0" hangingPunct="1">
              <a:spcBef>
                <a:spcPct val="20000"/>
              </a:spcBef>
              <a:buFont typeface="Arial" pitchFamily="34" charset="0"/>
              <a:buChar char="•"/>
              <a:defRPr sz="9100" kern="1200">
                <a:solidFill>
                  <a:schemeClr val="tx1"/>
                </a:solidFill>
                <a:latin typeface="+mn-lt"/>
                <a:ea typeface="+mn-ea"/>
                <a:cs typeface="+mn-cs"/>
              </a:defRPr>
            </a:lvl6pPr>
            <a:lvl7pPr marL="13573399" indent="-1044108" algn="l" defTabSz="4176431" rtl="0" eaLnBrk="1" latinLnBrk="0" hangingPunct="1">
              <a:spcBef>
                <a:spcPct val="20000"/>
              </a:spcBef>
              <a:buFont typeface="Arial" pitchFamily="34" charset="0"/>
              <a:buChar char="•"/>
              <a:defRPr sz="9100" kern="1200">
                <a:solidFill>
                  <a:schemeClr val="tx1"/>
                </a:solidFill>
                <a:latin typeface="+mn-lt"/>
                <a:ea typeface="+mn-ea"/>
                <a:cs typeface="+mn-cs"/>
              </a:defRPr>
            </a:lvl7pPr>
            <a:lvl8pPr marL="15661615" indent="-1044108" algn="l" defTabSz="4176431" rtl="0" eaLnBrk="1" latinLnBrk="0" hangingPunct="1">
              <a:spcBef>
                <a:spcPct val="20000"/>
              </a:spcBef>
              <a:buFont typeface="Arial" pitchFamily="34" charset="0"/>
              <a:buChar char="•"/>
              <a:defRPr sz="9100" kern="1200">
                <a:solidFill>
                  <a:schemeClr val="tx1"/>
                </a:solidFill>
                <a:latin typeface="+mn-lt"/>
                <a:ea typeface="+mn-ea"/>
                <a:cs typeface="+mn-cs"/>
              </a:defRPr>
            </a:lvl8pPr>
            <a:lvl9pPr marL="17749830" indent="-1044108" algn="l" defTabSz="4176431" rtl="0" eaLnBrk="1" latinLnBrk="0" hangingPunct="1">
              <a:spcBef>
                <a:spcPct val="20000"/>
              </a:spcBef>
              <a:buFont typeface="Arial" pitchFamily="34" charset="0"/>
              <a:buChar char="•"/>
              <a:defRPr sz="9100" kern="1200">
                <a:solidFill>
                  <a:schemeClr val="tx1"/>
                </a:solidFill>
                <a:latin typeface="+mn-lt"/>
                <a:ea typeface="+mn-ea"/>
                <a:cs typeface="+mn-cs"/>
              </a:defRPr>
            </a:lvl9pPr>
          </a:lstStyle>
          <a:p>
            <a:pPr marL="0" indent="0" algn="just"/>
            <a:r>
              <a:rPr lang="en-US" sz="2000" b="1" i="1" dirty="0">
                <a:solidFill>
                  <a:sysClr val="windowText" lastClr="000000"/>
                </a:solidFill>
                <a:latin typeface="Arial" charset="0"/>
                <a:cs typeface="Arial" charset="0"/>
              </a:rPr>
              <a:t>Fig. 3:</a:t>
            </a:r>
            <a:r>
              <a:rPr lang="en-US" sz="2000" i="1" dirty="0">
                <a:solidFill>
                  <a:sysClr val="windowText" lastClr="000000"/>
                </a:solidFill>
                <a:latin typeface="Arial" charset="0"/>
                <a:cs typeface="Arial" charset="0"/>
              </a:rPr>
              <a:t> Naming latencies during the test phase, as a function of partner (</a:t>
            </a:r>
            <a:r>
              <a:rPr lang="en-US" sz="2000" i="1" dirty="0">
                <a:solidFill>
                  <a:srgbClr val="D5552D"/>
                </a:solidFill>
                <a:latin typeface="Arial" charset="0"/>
                <a:cs typeface="Arial" charset="0"/>
              </a:rPr>
              <a:t>same</a:t>
            </a:r>
            <a:r>
              <a:rPr lang="en-US" sz="2000" i="1" dirty="0">
                <a:solidFill>
                  <a:sysClr val="windowText" lastClr="000000"/>
                </a:solidFill>
                <a:latin typeface="Arial" charset="0"/>
                <a:cs typeface="Arial" charset="0"/>
              </a:rPr>
              <a:t> vs. </a:t>
            </a:r>
            <a:r>
              <a:rPr lang="en-US" sz="2000" i="1" dirty="0">
                <a:solidFill>
                  <a:srgbClr val="5F57D8"/>
                </a:solidFill>
                <a:latin typeface="Arial" charset="0"/>
                <a:cs typeface="Arial" charset="0"/>
              </a:rPr>
              <a:t>different</a:t>
            </a:r>
            <a:r>
              <a:rPr lang="en-US" sz="2000" i="1" dirty="0">
                <a:solidFill>
                  <a:sysClr val="windowText" lastClr="000000"/>
                </a:solidFill>
                <a:latin typeface="Arial" charset="0"/>
                <a:cs typeface="Arial" charset="0"/>
              </a:rPr>
              <a:t>) and repetition (1 vs. 2).</a:t>
            </a:r>
          </a:p>
        </p:txBody>
      </p:sp>
      <p:cxnSp>
        <p:nvCxnSpPr>
          <p:cNvPr id="5" name="Straight Connector 4">
            <a:extLst>
              <a:ext uri="{FF2B5EF4-FFF2-40B4-BE49-F238E27FC236}">
                <a16:creationId xmlns:a16="http://schemas.microsoft.com/office/drawing/2014/main" id="{C01432B1-125B-9F11-E4BA-9766761CD636}"/>
              </a:ext>
            </a:extLst>
          </p:cNvPr>
          <p:cNvCxnSpPr/>
          <p:nvPr/>
        </p:nvCxnSpPr>
        <p:spPr>
          <a:xfrm flipV="1">
            <a:off x="7244200" y="34236616"/>
            <a:ext cx="0" cy="599367"/>
          </a:xfrm>
          <a:prstGeom prst="line">
            <a:avLst/>
          </a:prstGeom>
          <a:ln w="28575">
            <a:solidFill>
              <a:schemeClr val="bg1"/>
            </a:solidFill>
          </a:ln>
        </p:spPr>
        <p:style>
          <a:lnRef idx="1">
            <a:schemeClr val="accent1"/>
          </a:lnRef>
          <a:fillRef idx="0">
            <a:schemeClr val="accent1"/>
          </a:fillRef>
          <a:effectRef idx="0">
            <a:schemeClr val="accent1"/>
          </a:effectRef>
          <a:fontRef idx="minor">
            <a:schemeClr val="tx1"/>
          </a:fontRef>
        </p:style>
      </p:cxnSp>
      <p:sp>
        <p:nvSpPr>
          <p:cNvPr id="98" name="Pfeil: nach rechts 97">
            <a:extLst>
              <a:ext uri="{FF2B5EF4-FFF2-40B4-BE49-F238E27FC236}">
                <a16:creationId xmlns:a16="http://schemas.microsoft.com/office/drawing/2014/main" id="{791CA52A-4034-40DB-AD50-DA44BECA1E1C}"/>
              </a:ext>
            </a:extLst>
          </p:cNvPr>
          <p:cNvSpPr/>
          <p:nvPr/>
        </p:nvSpPr>
        <p:spPr>
          <a:xfrm flipV="1">
            <a:off x="7391249" y="35517187"/>
            <a:ext cx="696793" cy="427544"/>
          </a:xfrm>
          <a:prstGeom prst="rightArrow">
            <a:avLst/>
          </a:prstGeom>
          <a:solidFill>
            <a:srgbClr val="5F57D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7" name="Halbbogen 96">
            <a:extLst>
              <a:ext uri="{FF2B5EF4-FFF2-40B4-BE49-F238E27FC236}">
                <a16:creationId xmlns:a16="http://schemas.microsoft.com/office/drawing/2014/main" id="{3195A1C2-B97A-46D9-AC3B-89FF2997EEC4}"/>
              </a:ext>
            </a:extLst>
          </p:cNvPr>
          <p:cNvSpPr/>
          <p:nvPr/>
        </p:nvSpPr>
        <p:spPr>
          <a:xfrm rot="5400000" flipV="1">
            <a:off x="7122156" y="35149587"/>
            <a:ext cx="581765" cy="791308"/>
          </a:xfrm>
          <a:prstGeom prst="blockArc">
            <a:avLst>
              <a:gd name="adj1" fmla="val 16203903"/>
              <a:gd name="adj2" fmla="val 114296"/>
              <a:gd name="adj3" fmla="val 36520"/>
            </a:avLst>
          </a:prstGeom>
          <a:solidFill>
            <a:srgbClr val="5F57D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9" name="Rechteck 98">
            <a:extLst>
              <a:ext uri="{FF2B5EF4-FFF2-40B4-BE49-F238E27FC236}">
                <a16:creationId xmlns:a16="http://schemas.microsoft.com/office/drawing/2014/main" id="{0F383D28-FD20-1BB7-422D-71A4828D2137}"/>
              </a:ext>
            </a:extLst>
          </p:cNvPr>
          <p:cNvSpPr/>
          <p:nvPr/>
        </p:nvSpPr>
        <p:spPr>
          <a:xfrm flipV="1">
            <a:off x="7016766" y="34717658"/>
            <a:ext cx="216938" cy="833673"/>
          </a:xfrm>
          <a:prstGeom prst="rect">
            <a:avLst/>
          </a:prstGeom>
          <a:solidFill>
            <a:srgbClr val="5F57D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cSld>
  <p:clrMapOvr>
    <a:masterClrMapping/>
  </p:clrMapOvr>
</p:sld>
</file>

<file path=ppt/theme/theme1.xml><?xml version="1.0" encoding="utf-8"?>
<a:theme xmlns:a="http://schemas.openxmlformats.org/drawingml/2006/main" name="Präsentation1">
  <a:themeElements>
    <a:clrScheme name="Larissa">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CD RWTH Aachen">
      <a:majorFont>
        <a:latin typeface="Arial"/>
        <a:ea typeface=""/>
        <a:cs typeface=""/>
      </a:majorFont>
      <a:minorFont>
        <a:latin typeface="Arial"/>
        <a:ea typeface=""/>
        <a:cs typeface=""/>
      </a:minorFont>
    </a:fontScheme>
    <a:fmtScheme name="Larissa">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IWOLP Poster Boux_high" id="{36B983BD-8D7D-44E3-960E-400F8CC1E386}" vid="{BA81455F-5FD0-45A4-B988-C0FE626F8F41}"/>
    </a:ext>
  </a:extLst>
</a:theme>
</file>

<file path=ppt/theme/theme2.xml><?xml version="1.0" encoding="utf-8"?>
<a:theme xmlns:a="http://schemas.openxmlformats.org/drawingml/2006/main" name="Larissa-Design">
  <a:themeElements>
    <a:clrScheme name="Larissa">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Larissa">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Larissa">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IWOLP Poster Boux_high</Template>
  <TotalTime>0</TotalTime>
  <Words>1147</Words>
  <Application>Microsoft Office PowerPoint</Application>
  <PresentationFormat>Custom</PresentationFormat>
  <Paragraphs>53</Paragraphs>
  <Slides>1</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vt:i4>
      </vt:variant>
    </vt:vector>
  </HeadingPairs>
  <TitlesOfParts>
    <vt:vector size="5" baseType="lpstr">
      <vt:lpstr>Arial</vt:lpstr>
      <vt:lpstr>Calibri</vt:lpstr>
      <vt:lpstr>Wingdings</vt:lpstr>
      <vt:lpstr>Präsentation1</vt:lpstr>
      <vt:lpstr>PowerPoint Presentation</vt:lpstr>
    </vt:vector>
  </TitlesOfParts>
  <Company>RWTH Aachen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PowerPoint-Präsentation</dc:title>
  <dc:creator>boux</dc:creator>
  <cp:lastModifiedBy>Isabella Boux</cp:lastModifiedBy>
  <cp:revision>30</cp:revision>
  <dcterms:created xsi:type="dcterms:W3CDTF">2024-06-11T15:01:14Z</dcterms:created>
  <dcterms:modified xsi:type="dcterms:W3CDTF">2024-06-15T07:39:53Z</dcterms:modified>
</cp:coreProperties>
</file>